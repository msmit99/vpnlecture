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77" r:id="rId3"/>
    <p:sldId id="257" r:id="rId4"/>
    <p:sldId id="263" r:id="rId5"/>
    <p:sldId id="258" r:id="rId6"/>
    <p:sldId id="259" r:id="rId7"/>
    <p:sldId id="260" r:id="rId8"/>
    <p:sldId id="261" r:id="rId9"/>
    <p:sldId id="262" r:id="rId10"/>
    <p:sldId id="264" r:id="rId11"/>
    <p:sldId id="265" r:id="rId12"/>
    <p:sldId id="266" r:id="rId13"/>
    <p:sldId id="268" r:id="rId14"/>
    <p:sldId id="269" r:id="rId15"/>
    <p:sldId id="270" r:id="rId16"/>
    <p:sldId id="279" r:id="rId17"/>
    <p:sldId id="273" r:id="rId18"/>
    <p:sldId id="274" r:id="rId19"/>
    <p:sldId id="275" r:id="rId20"/>
    <p:sldId id="278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25FFDA-24C6-406C-86A7-EE7EF7997678}" v="187" dt="2026-04-15T20:50:54.3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mith, Matthew J" userId="836e356e-d795-469a-a9c4-953c89126bf8" providerId="ADAL" clId="{0CA10307-A254-4D91-9B4F-D6EE6CB648CE}"/>
    <pc:docChg chg="undo redo custSel addSld delSld modSld sldOrd">
      <pc:chgData name="Smith, Matthew J" userId="836e356e-d795-469a-a9c4-953c89126bf8" providerId="ADAL" clId="{0CA10307-A254-4D91-9B4F-D6EE6CB648CE}" dt="2026-04-16T18:10:00.708" v="1684"/>
      <pc:docMkLst>
        <pc:docMk/>
      </pc:docMkLst>
      <pc:sldChg chg="addSp delSp modSp new mod setBg">
        <pc:chgData name="Smith, Matthew J" userId="836e356e-d795-469a-a9c4-953c89126bf8" providerId="ADAL" clId="{0CA10307-A254-4D91-9B4F-D6EE6CB648CE}" dt="2026-04-14T12:23:26.736" v="205" actId="1076"/>
        <pc:sldMkLst>
          <pc:docMk/>
          <pc:sldMk cId="2172645663" sldId="256"/>
        </pc:sldMkLst>
        <pc:spChg chg="mod">
          <ac:chgData name="Smith, Matthew J" userId="836e356e-d795-469a-a9c4-953c89126bf8" providerId="ADAL" clId="{0CA10307-A254-4D91-9B4F-D6EE6CB648CE}" dt="2026-04-14T12:22:55.946" v="199" actId="26606"/>
          <ac:spMkLst>
            <pc:docMk/>
            <pc:sldMk cId="2172645663" sldId="256"/>
            <ac:spMk id="2" creationId="{49061A48-F1F6-D6EC-1EBA-7F96FF26EB06}"/>
          </ac:spMkLst>
        </pc:spChg>
        <pc:spChg chg="mod">
          <ac:chgData name="Smith, Matthew J" userId="836e356e-d795-469a-a9c4-953c89126bf8" providerId="ADAL" clId="{0CA10307-A254-4D91-9B4F-D6EE6CB648CE}" dt="2026-04-14T12:22:55.946" v="199" actId="26606"/>
          <ac:spMkLst>
            <pc:docMk/>
            <pc:sldMk cId="2172645663" sldId="256"/>
            <ac:spMk id="3" creationId="{FE2D0B03-3ACE-D012-AE0F-0DE5AAB0095C}"/>
          </ac:spMkLst>
        </pc:spChg>
        <pc:spChg chg="add">
          <ac:chgData name="Smith, Matthew J" userId="836e356e-d795-469a-a9c4-953c89126bf8" providerId="ADAL" clId="{0CA10307-A254-4D91-9B4F-D6EE6CB648CE}" dt="2026-04-14T12:22:55.946" v="199" actId="26606"/>
          <ac:spMkLst>
            <pc:docMk/>
            <pc:sldMk cId="2172645663" sldId="256"/>
            <ac:spMk id="7" creationId="{577D6B2E-37A3-429E-A37C-F30ED6487282}"/>
          </ac:spMkLst>
        </pc:spChg>
        <pc:spChg chg="add mod">
          <ac:chgData name="Smith, Matthew J" userId="836e356e-d795-469a-a9c4-953c89126bf8" providerId="ADAL" clId="{0CA10307-A254-4D91-9B4F-D6EE6CB648CE}" dt="2026-04-14T12:23:26.736" v="205" actId="1076"/>
          <ac:spMkLst>
            <pc:docMk/>
            <pc:sldMk cId="2172645663" sldId="256"/>
            <ac:spMk id="9" creationId="{F95C2F1C-4CE7-159D-BA3F-86AFB913E01B}"/>
          </ac:spMkLst>
        </pc:spChg>
        <pc:spChg chg="add">
          <ac:chgData name="Smith, Matthew J" userId="836e356e-d795-469a-a9c4-953c89126bf8" providerId="ADAL" clId="{0CA10307-A254-4D91-9B4F-D6EE6CB648CE}" dt="2026-04-14T12:22:55.946" v="199" actId="26606"/>
          <ac:spMkLst>
            <pc:docMk/>
            <pc:sldMk cId="2172645663" sldId="256"/>
            <ac:spMk id="10" creationId="{5CEAD642-85CF-4750-8432-7C80C901F001}"/>
          </ac:spMkLst>
        </pc:spChg>
        <pc:spChg chg="add">
          <ac:chgData name="Smith, Matthew J" userId="836e356e-d795-469a-a9c4-953c89126bf8" providerId="ADAL" clId="{0CA10307-A254-4D91-9B4F-D6EE6CB648CE}" dt="2026-04-14T12:22:55.946" v="199" actId="26606"/>
          <ac:spMkLst>
            <pc:docMk/>
            <pc:sldMk cId="2172645663" sldId="256"/>
            <ac:spMk id="12" creationId="{FA33EEAE-15D5-4119-8C1E-89D943F911EF}"/>
          </ac:spMkLst>
        </pc:spChg>
        <pc:spChg chg="add">
          <ac:chgData name="Smith, Matthew J" userId="836e356e-d795-469a-a9c4-953c89126bf8" providerId="ADAL" clId="{0CA10307-A254-4D91-9B4F-D6EE6CB648CE}" dt="2026-04-14T12:22:55.946" v="199" actId="26606"/>
          <ac:spMkLst>
            <pc:docMk/>
            <pc:sldMk cId="2172645663" sldId="256"/>
            <ac:spMk id="14" creationId="{730D8B3B-9B80-4025-B934-26DC7D7CD231}"/>
          </ac:spMkLst>
        </pc:spChg>
        <pc:spChg chg="add">
          <ac:chgData name="Smith, Matthew J" userId="836e356e-d795-469a-a9c4-953c89126bf8" providerId="ADAL" clId="{0CA10307-A254-4D91-9B4F-D6EE6CB648CE}" dt="2026-04-14T12:22:55.946" v="199" actId="26606"/>
          <ac:spMkLst>
            <pc:docMk/>
            <pc:sldMk cId="2172645663" sldId="256"/>
            <ac:spMk id="16" creationId="{1064D5D5-227B-4F66-9AEA-46F570E793BD}"/>
          </ac:spMkLst>
        </pc:spChg>
        <pc:spChg chg="add">
          <ac:chgData name="Smith, Matthew J" userId="836e356e-d795-469a-a9c4-953c89126bf8" providerId="ADAL" clId="{0CA10307-A254-4D91-9B4F-D6EE6CB648CE}" dt="2026-04-14T12:22:55.946" v="199" actId="26606"/>
          <ac:spMkLst>
            <pc:docMk/>
            <pc:sldMk cId="2172645663" sldId="256"/>
            <ac:spMk id="18" creationId="{646B67A4-D328-4747-A82B-65E84FA46368}"/>
          </ac:spMkLst>
        </pc:spChg>
        <pc:spChg chg="add">
          <ac:chgData name="Smith, Matthew J" userId="836e356e-d795-469a-a9c4-953c89126bf8" providerId="ADAL" clId="{0CA10307-A254-4D91-9B4F-D6EE6CB648CE}" dt="2026-04-14T12:22:55.946" v="199" actId="26606"/>
          <ac:spMkLst>
            <pc:docMk/>
            <pc:sldMk cId="2172645663" sldId="256"/>
            <ac:spMk id="20" creationId="{B5A1B09C-1565-46F8-B70F-621C5EB48A09}"/>
          </ac:spMkLst>
        </pc:spChg>
        <pc:spChg chg="add">
          <ac:chgData name="Smith, Matthew J" userId="836e356e-d795-469a-a9c4-953c89126bf8" providerId="ADAL" clId="{0CA10307-A254-4D91-9B4F-D6EE6CB648CE}" dt="2026-04-14T12:22:55.946" v="199" actId="26606"/>
          <ac:spMkLst>
            <pc:docMk/>
            <pc:sldMk cId="2172645663" sldId="256"/>
            <ac:spMk id="22" creationId="{8C516CC8-80AC-446C-A56E-9F54B7210402}"/>
          </ac:spMkLst>
        </pc:spChg>
      </pc:sldChg>
      <pc:sldChg chg="addSp delSp modSp new mod setBg">
        <pc:chgData name="Smith, Matthew J" userId="836e356e-d795-469a-a9c4-953c89126bf8" providerId="ADAL" clId="{0CA10307-A254-4D91-9B4F-D6EE6CB648CE}" dt="2026-04-15T19:44:45.448" v="1113" actId="113"/>
        <pc:sldMkLst>
          <pc:docMk/>
          <pc:sldMk cId="1777297809" sldId="257"/>
        </pc:sldMkLst>
        <pc:spChg chg="mod">
          <ac:chgData name="Smith, Matthew J" userId="836e356e-d795-469a-a9c4-953c89126bf8" providerId="ADAL" clId="{0CA10307-A254-4D91-9B4F-D6EE6CB648CE}" dt="2026-04-14T15:09:25.653" v="396"/>
          <ac:spMkLst>
            <pc:docMk/>
            <pc:sldMk cId="1777297809" sldId="257"/>
            <ac:spMk id="2" creationId="{B436D3F0-2A5B-0DA5-AE4A-CAEBACA781B1}"/>
          </ac:spMkLst>
        </pc:spChg>
        <pc:spChg chg="add del mod ord">
          <ac:chgData name="Smith, Matthew J" userId="836e356e-d795-469a-a9c4-953c89126bf8" providerId="ADAL" clId="{0CA10307-A254-4D91-9B4F-D6EE6CB648CE}" dt="2026-04-15T19:44:45.448" v="1113" actId="113"/>
          <ac:spMkLst>
            <pc:docMk/>
            <pc:sldMk cId="1777297809" sldId="257"/>
            <ac:spMk id="3" creationId="{EB3E48DD-4E3C-5E57-C9E7-6502B93726EB}"/>
          </ac:spMkLst>
        </pc:spChg>
        <pc:spChg chg="add mod">
          <ac:chgData name="Smith, Matthew J" userId="836e356e-d795-469a-a9c4-953c89126bf8" providerId="ADAL" clId="{0CA10307-A254-4D91-9B4F-D6EE6CB648CE}" dt="2026-04-14T15:06:50.176" v="384" actId="14100"/>
          <ac:spMkLst>
            <pc:docMk/>
            <pc:sldMk cId="1777297809" sldId="257"/>
            <ac:spMk id="6" creationId="{B1E23087-8025-2281-9DCB-65ECD7523720}"/>
          </ac:spMkLst>
        </pc:spChg>
        <pc:spChg chg="add">
          <ac:chgData name="Smith, Matthew J" userId="836e356e-d795-469a-a9c4-953c89126bf8" providerId="ADAL" clId="{0CA10307-A254-4D91-9B4F-D6EE6CB648CE}" dt="2026-04-14T15:06:18.688" v="374" actId="26606"/>
          <ac:spMkLst>
            <pc:docMk/>
            <pc:sldMk cId="1777297809" sldId="257"/>
            <ac:spMk id="4101" creationId="{979E27D9-03C7-44E2-9FF8-15D0C8506AF7}"/>
          </ac:spMkLst>
        </pc:spChg>
        <pc:spChg chg="add">
          <ac:chgData name="Smith, Matthew J" userId="836e356e-d795-469a-a9c4-953c89126bf8" providerId="ADAL" clId="{0CA10307-A254-4D91-9B4F-D6EE6CB648CE}" dt="2026-04-14T15:06:18.688" v="374" actId="26606"/>
          <ac:spMkLst>
            <pc:docMk/>
            <pc:sldMk cId="1777297809" sldId="257"/>
            <ac:spMk id="4102" creationId="{EEBF1590-3B36-48EE-A89D-3B6F3CB256AB}"/>
          </ac:spMkLst>
        </pc:spChg>
        <pc:spChg chg="add">
          <ac:chgData name="Smith, Matthew J" userId="836e356e-d795-469a-a9c4-953c89126bf8" providerId="ADAL" clId="{0CA10307-A254-4D91-9B4F-D6EE6CB648CE}" dt="2026-04-14T15:06:18.688" v="374" actId="26606"/>
          <ac:spMkLst>
            <pc:docMk/>
            <pc:sldMk cId="1777297809" sldId="257"/>
            <ac:spMk id="4108" creationId="{AC8F6C8C-AB5A-4548-942D-E3FD40ACBC49}"/>
          </ac:spMkLst>
        </pc:spChg>
        <pc:picChg chg="add mod">
          <ac:chgData name="Smith, Matthew J" userId="836e356e-d795-469a-a9c4-953c89126bf8" providerId="ADAL" clId="{0CA10307-A254-4D91-9B4F-D6EE6CB648CE}" dt="2026-04-14T15:06:26.308" v="377" actId="1076"/>
          <ac:picMkLst>
            <pc:docMk/>
            <pc:sldMk cId="1777297809" sldId="257"/>
            <ac:picMk id="4099" creationId="{0D879D3F-3850-4B4B-22A0-13FD94CA5FB1}"/>
          </ac:picMkLst>
        </pc:picChg>
      </pc:sldChg>
      <pc:sldChg chg="addSp delSp modSp new mod setBg">
        <pc:chgData name="Smith, Matthew J" userId="836e356e-d795-469a-a9c4-953c89126bf8" providerId="ADAL" clId="{0CA10307-A254-4D91-9B4F-D6EE6CB648CE}" dt="2026-04-15T19:49:19.105" v="1158" actId="20577"/>
        <pc:sldMkLst>
          <pc:docMk/>
          <pc:sldMk cId="2428128346" sldId="258"/>
        </pc:sldMkLst>
        <pc:spChg chg="mod">
          <ac:chgData name="Smith, Matthew J" userId="836e356e-d795-469a-a9c4-953c89126bf8" providerId="ADAL" clId="{0CA10307-A254-4D91-9B4F-D6EE6CB648CE}" dt="2026-04-14T15:41:08.666" v="496" actId="1076"/>
          <ac:spMkLst>
            <pc:docMk/>
            <pc:sldMk cId="2428128346" sldId="258"/>
            <ac:spMk id="2" creationId="{9D88B461-399D-4D36-7265-F79451C91F22}"/>
          </ac:spMkLst>
        </pc:spChg>
        <pc:spChg chg="add mod">
          <ac:chgData name="Smith, Matthew J" userId="836e356e-d795-469a-a9c4-953c89126bf8" providerId="ADAL" clId="{0CA10307-A254-4D91-9B4F-D6EE6CB648CE}" dt="2026-04-14T15:43:17.993" v="520"/>
          <ac:spMkLst>
            <pc:docMk/>
            <pc:sldMk cId="2428128346" sldId="258"/>
            <ac:spMk id="7" creationId="{4BE6D306-23D9-CEC1-9A05-26AA3E3889DF}"/>
          </ac:spMkLst>
        </pc:spChg>
        <pc:spChg chg="add mod">
          <ac:chgData name="Smith, Matthew J" userId="836e356e-d795-469a-a9c4-953c89126bf8" providerId="ADAL" clId="{0CA10307-A254-4D91-9B4F-D6EE6CB648CE}" dt="2026-04-15T19:48:46.691" v="1150" actId="1076"/>
          <ac:spMkLst>
            <pc:docMk/>
            <pc:sldMk cId="2428128346" sldId="258"/>
            <ac:spMk id="8" creationId="{41D77B73-0EBB-26E5-9A31-DB7CFE69DAEF}"/>
          </ac:spMkLst>
        </pc:spChg>
        <pc:spChg chg="add mod">
          <ac:chgData name="Smith, Matthew J" userId="836e356e-d795-469a-a9c4-953c89126bf8" providerId="ADAL" clId="{0CA10307-A254-4D91-9B4F-D6EE6CB648CE}" dt="2026-04-15T19:49:14.522" v="1155" actId="20577"/>
          <ac:spMkLst>
            <pc:docMk/>
            <pc:sldMk cId="2428128346" sldId="258"/>
            <ac:spMk id="9" creationId="{C93929D5-F28A-00F4-04F3-397CA273CD4A}"/>
          </ac:spMkLst>
        </pc:spChg>
        <pc:spChg chg="add">
          <ac:chgData name="Smith, Matthew J" userId="836e356e-d795-469a-a9c4-953c89126bf8" providerId="ADAL" clId="{0CA10307-A254-4D91-9B4F-D6EE6CB648CE}" dt="2026-04-14T15:22:12.336" v="435" actId="26606"/>
          <ac:spMkLst>
            <pc:docMk/>
            <pc:sldMk cId="2428128346" sldId="258"/>
            <ac:spMk id="21" creationId="{84DF55BE-B4AB-4BA1-BDE1-E9F7FB3F110A}"/>
          </ac:spMkLst>
        </pc:spChg>
        <pc:graphicFrameChg chg="add mod ord modGraphic">
          <ac:chgData name="Smith, Matthew J" userId="836e356e-d795-469a-a9c4-953c89126bf8" providerId="ADAL" clId="{0CA10307-A254-4D91-9B4F-D6EE6CB648CE}" dt="2026-04-15T19:49:19.105" v="1158" actId="20577"/>
          <ac:graphicFrameMkLst>
            <pc:docMk/>
            <pc:sldMk cId="2428128346" sldId="258"/>
            <ac:graphicFrameMk id="4" creationId="{E3F1178B-7001-3FAC-C217-88E6EC543E46}"/>
          </ac:graphicFrameMkLst>
        </pc:graphicFrameChg>
        <pc:picChg chg="add mod">
          <ac:chgData name="Smith, Matthew J" userId="836e356e-d795-469a-a9c4-953c89126bf8" providerId="ADAL" clId="{0CA10307-A254-4D91-9B4F-D6EE6CB648CE}" dt="2026-04-14T15:41:27.474" v="502" actId="1076"/>
          <ac:picMkLst>
            <pc:docMk/>
            <pc:sldMk cId="2428128346" sldId="258"/>
            <ac:picMk id="5" creationId="{EC5E7754-C957-00FF-4702-8BBD1C70922B}"/>
          </ac:picMkLst>
        </pc:picChg>
        <pc:picChg chg="add mod modCrop">
          <ac:chgData name="Smith, Matthew J" userId="836e356e-d795-469a-a9c4-953c89126bf8" providerId="ADAL" clId="{0CA10307-A254-4D91-9B4F-D6EE6CB648CE}" dt="2026-04-14T15:22:12.336" v="435" actId="26606"/>
          <ac:picMkLst>
            <pc:docMk/>
            <pc:sldMk cId="2428128346" sldId="258"/>
            <ac:picMk id="11" creationId="{F16DF3B6-02E6-99EA-BF97-33893BFECCB2}"/>
          </ac:picMkLst>
        </pc:picChg>
        <pc:picChg chg="add mod">
          <ac:chgData name="Smith, Matthew J" userId="836e356e-d795-469a-a9c4-953c89126bf8" providerId="ADAL" clId="{0CA10307-A254-4D91-9B4F-D6EE6CB648CE}" dt="2026-04-14T15:41:20.321" v="500" actId="1076"/>
          <ac:picMkLst>
            <pc:docMk/>
            <pc:sldMk cId="2428128346" sldId="258"/>
            <ac:picMk id="5125" creationId="{63BFAC55-080E-2A75-EF46-8EA9D9B225C7}"/>
          </ac:picMkLst>
        </pc:picChg>
      </pc:sldChg>
      <pc:sldChg chg="addSp delSp modSp new mod">
        <pc:chgData name="Smith, Matthew J" userId="836e356e-d795-469a-a9c4-953c89126bf8" providerId="ADAL" clId="{0CA10307-A254-4D91-9B4F-D6EE6CB648CE}" dt="2026-04-15T19:49:25.680" v="1160" actId="20577"/>
        <pc:sldMkLst>
          <pc:docMk/>
          <pc:sldMk cId="1946106174" sldId="259"/>
        </pc:sldMkLst>
        <pc:spChg chg="mod">
          <ac:chgData name="Smith, Matthew J" userId="836e356e-d795-469a-a9c4-953c89126bf8" providerId="ADAL" clId="{0CA10307-A254-4D91-9B4F-D6EE6CB648CE}" dt="2026-04-14T15:28:03.551" v="445"/>
          <ac:spMkLst>
            <pc:docMk/>
            <pc:sldMk cId="1946106174" sldId="259"/>
            <ac:spMk id="2" creationId="{347F0EE0-BDE2-719A-71A4-DF32EE2A0B5E}"/>
          </ac:spMkLst>
        </pc:spChg>
        <pc:spChg chg="add mod">
          <ac:chgData name="Smith, Matthew J" userId="836e356e-d795-469a-a9c4-953c89126bf8" providerId="ADAL" clId="{0CA10307-A254-4D91-9B4F-D6EE6CB648CE}" dt="2026-04-14T15:43:33.207" v="524" actId="20577"/>
          <ac:spMkLst>
            <pc:docMk/>
            <pc:sldMk cId="1946106174" sldId="259"/>
            <ac:spMk id="8" creationId="{5214568B-58A2-07D3-C882-86EFA19B3EB5}"/>
          </ac:spMkLst>
        </pc:spChg>
        <pc:graphicFrameChg chg="add mod ord modGraphic">
          <ac:chgData name="Smith, Matthew J" userId="836e356e-d795-469a-a9c4-953c89126bf8" providerId="ADAL" clId="{0CA10307-A254-4D91-9B4F-D6EE6CB648CE}" dt="2026-04-15T19:49:25.680" v="1160" actId="20577"/>
          <ac:graphicFrameMkLst>
            <pc:docMk/>
            <pc:sldMk cId="1946106174" sldId="259"/>
            <ac:graphicFrameMk id="4" creationId="{22E5452D-7D6D-A012-7DA6-E9567FF0F884}"/>
          </ac:graphicFrameMkLst>
        </pc:graphicFrameChg>
        <pc:picChg chg="add mod">
          <ac:chgData name="Smith, Matthew J" userId="836e356e-d795-469a-a9c4-953c89126bf8" providerId="ADAL" clId="{0CA10307-A254-4D91-9B4F-D6EE6CB648CE}" dt="2026-04-14T15:42:02.511" v="507"/>
          <ac:picMkLst>
            <pc:docMk/>
            <pc:sldMk cId="1946106174" sldId="259"/>
            <ac:picMk id="7" creationId="{F2B7C78C-19FA-0FD6-206E-A864855EEDB1}"/>
          </ac:picMkLst>
        </pc:picChg>
      </pc:sldChg>
      <pc:sldChg chg="addSp delSp modSp new mod setBg">
        <pc:chgData name="Smith, Matthew J" userId="836e356e-d795-469a-a9c4-953c89126bf8" providerId="ADAL" clId="{0CA10307-A254-4D91-9B4F-D6EE6CB648CE}" dt="2026-04-15T20:33:45.165" v="1465" actId="20577"/>
        <pc:sldMkLst>
          <pc:docMk/>
          <pc:sldMk cId="4176780765" sldId="260"/>
        </pc:sldMkLst>
        <pc:spChg chg="mod">
          <ac:chgData name="Smith, Matthew J" userId="836e356e-d795-469a-a9c4-953c89126bf8" providerId="ADAL" clId="{0CA10307-A254-4D91-9B4F-D6EE6CB648CE}" dt="2026-04-15T20:11:36.772" v="1336" actId="1076"/>
          <ac:spMkLst>
            <pc:docMk/>
            <pc:sldMk cId="4176780765" sldId="260"/>
            <ac:spMk id="2" creationId="{1FCE411D-160C-03E5-5493-24591B3830B1}"/>
          </ac:spMkLst>
        </pc:spChg>
        <pc:spChg chg="mod">
          <ac:chgData name="Smith, Matthew J" userId="836e356e-d795-469a-a9c4-953c89126bf8" providerId="ADAL" clId="{0CA10307-A254-4D91-9B4F-D6EE6CB648CE}" dt="2026-04-15T20:31:07.102" v="1419" actId="20577"/>
          <ac:spMkLst>
            <pc:docMk/>
            <pc:sldMk cId="4176780765" sldId="260"/>
            <ac:spMk id="3" creationId="{7A85751C-BF87-FFC0-EEF7-692539900B80}"/>
          </ac:spMkLst>
        </pc:spChg>
        <pc:spChg chg="add mod">
          <ac:chgData name="Smith, Matthew J" userId="836e356e-d795-469a-a9c4-953c89126bf8" providerId="ADAL" clId="{0CA10307-A254-4D91-9B4F-D6EE6CB648CE}" dt="2026-04-14T15:46:24.855" v="572" actId="20577"/>
          <ac:spMkLst>
            <pc:docMk/>
            <pc:sldMk cId="4176780765" sldId="260"/>
            <ac:spMk id="9" creationId="{660A8C64-5FB3-51B6-D9BB-E52B84A46A38}"/>
          </ac:spMkLst>
        </pc:spChg>
        <pc:spChg chg="add mod">
          <ac:chgData name="Smith, Matthew J" userId="836e356e-d795-469a-a9c4-953c89126bf8" providerId="ADAL" clId="{0CA10307-A254-4D91-9B4F-D6EE6CB648CE}" dt="2026-04-15T20:33:45.165" v="1465" actId="20577"/>
          <ac:spMkLst>
            <pc:docMk/>
            <pc:sldMk cId="4176780765" sldId="260"/>
            <ac:spMk id="10" creationId="{6E74E30F-7F25-E5E0-F68C-42AE7FE3C821}"/>
          </ac:spMkLst>
        </pc:spChg>
        <pc:spChg chg="add mod">
          <ac:chgData name="Smith, Matthew J" userId="836e356e-d795-469a-a9c4-953c89126bf8" providerId="ADAL" clId="{0CA10307-A254-4D91-9B4F-D6EE6CB648CE}" dt="2026-04-15T20:10:51.619" v="1315" actId="164"/>
          <ac:spMkLst>
            <pc:docMk/>
            <pc:sldMk cId="4176780765" sldId="260"/>
            <ac:spMk id="11" creationId="{26ECD155-A3BB-1837-2862-33BCC0AF7516}"/>
          </ac:spMkLst>
        </pc:spChg>
        <pc:spChg chg="add mod">
          <ac:chgData name="Smith, Matthew J" userId="836e356e-d795-469a-a9c4-953c89126bf8" providerId="ADAL" clId="{0CA10307-A254-4D91-9B4F-D6EE6CB648CE}" dt="2026-04-15T20:10:51.619" v="1315" actId="164"/>
          <ac:spMkLst>
            <pc:docMk/>
            <pc:sldMk cId="4176780765" sldId="260"/>
            <ac:spMk id="12" creationId="{50723F02-C608-31E6-6CAB-A66D8B054057}"/>
          </ac:spMkLst>
        </pc:spChg>
        <pc:spChg chg="add">
          <ac:chgData name="Smith, Matthew J" userId="836e356e-d795-469a-a9c4-953c89126bf8" providerId="ADAL" clId="{0CA10307-A254-4D91-9B4F-D6EE6CB648CE}" dt="2026-04-14T15:45:27.457" v="537" actId="26606"/>
          <ac:spMkLst>
            <pc:docMk/>
            <pc:sldMk cId="4176780765" sldId="260"/>
            <ac:spMk id="13" creationId="{979E27D9-03C7-44E2-9FF8-15D0C8506AF7}"/>
          </ac:spMkLst>
        </pc:spChg>
        <pc:spChg chg="add mod">
          <ac:chgData name="Smith, Matthew J" userId="836e356e-d795-469a-a9c4-953c89126bf8" providerId="ADAL" clId="{0CA10307-A254-4D91-9B4F-D6EE6CB648CE}" dt="2026-04-15T20:10:51.619" v="1315" actId="164"/>
          <ac:spMkLst>
            <pc:docMk/>
            <pc:sldMk cId="4176780765" sldId="260"/>
            <ac:spMk id="14" creationId="{13EFDDE9-4D9B-CAE5-54CB-FE00A95F2436}"/>
          </ac:spMkLst>
        </pc:spChg>
        <pc:spChg chg="add">
          <ac:chgData name="Smith, Matthew J" userId="836e356e-d795-469a-a9c4-953c89126bf8" providerId="ADAL" clId="{0CA10307-A254-4D91-9B4F-D6EE6CB648CE}" dt="2026-04-14T15:45:27.457" v="537" actId="26606"/>
          <ac:spMkLst>
            <pc:docMk/>
            <pc:sldMk cId="4176780765" sldId="260"/>
            <ac:spMk id="15" creationId="{EEBF1590-3B36-48EE-A89D-3B6F3CB256AB}"/>
          </ac:spMkLst>
        </pc:spChg>
        <pc:spChg chg="add mod">
          <ac:chgData name="Smith, Matthew J" userId="836e356e-d795-469a-a9c4-953c89126bf8" providerId="ADAL" clId="{0CA10307-A254-4D91-9B4F-D6EE6CB648CE}" dt="2026-04-15T20:27:25.493" v="1376" actId="14100"/>
          <ac:spMkLst>
            <pc:docMk/>
            <pc:sldMk cId="4176780765" sldId="260"/>
            <ac:spMk id="16" creationId="{2933478A-75F4-5F5E-B74F-B7FFC72D00BD}"/>
          </ac:spMkLst>
        </pc:spChg>
        <pc:spChg chg="add">
          <ac:chgData name="Smith, Matthew J" userId="836e356e-d795-469a-a9c4-953c89126bf8" providerId="ADAL" clId="{0CA10307-A254-4D91-9B4F-D6EE6CB648CE}" dt="2026-04-14T15:45:27.457" v="537" actId="26606"/>
          <ac:spMkLst>
            <pc:docMk/>
            <pc:sldMk cId="4176780765" sldId="260"/>
            <ac:spMk id="17" creationId="{AC8F6C8C-AB5A-4548-942D-E3FD40ACBC49}"/>
          </ac:spMkLst>
        </pc:spChg>
        <pc:spChg chg="add mod">
          <ac:chgData name="Smith, Matthew J" userId="836e356e-d795-469a-a9c4-953c89126bf8" providerId="ADAL" clId="{0CA10307-A254-4D91-9B4F-D6EE6CB648CE}" dt="2026-04-15T20:28:15.017" v="1382" actId="14100"/>
          <ac:spMkLst>
            <pc:docMk/>
            <pc:sldMk cId="4176780765" sldId="260"/>
            <ac:spMk id="18" creationId="{A54A25D6-40FA-F3D3-CBB7-050D3D5C4447}"/>
          </ac:spMkLst>
        </pc:spChg>
        <pc:spChg chg="add mod">
          <ac:chgData name="Smith, Matthew J" userId="836e356e-d795-469a-a9c4-953c89126bf8" providerId="ADAL" clId="{0CA10307-A254-4D91-9B4F-D6EE6CB648CE}" dt="2026-04-15T20:28:54.552" v="1396" actId="1036"/>
          <ac:spMkLst>
            <pc:docMk/>
            <pc:sldMk cId="4176780765" sldId="260"/>
            <ac:spMk id="44" creationId="{05E7FE8B-A912-A9E7-59E0-19E9A2749624}"/>
          </ac:spMkLst>
        </pc:spChg>
        <pc:grpChg chg="add mod">
          <ac:chgData name="Smith, Matthew J" userId="836e356e-d795-469a-a9c4-953c89126bf8" providerId="ADAL" clId="{0CA10307-A254-4D91-9B4F-D6EE6CB648CE}" dt="2026-04-15T20:28:01.390" v="1378" actId="1076"/>
          <ac:grpSpMkLst>
            <pc:docMk/>
            <pc:sldMk cId="4176780765" sldId="260"/>
            <ac:grpSpMk id="43" creationId="{3755CFF1-FAEF-A27D-5706-F19301D50F53}"/>
          </ac:grpSpMkLst>
        </pc:grpChg>
        <pc:picChg chg="add mod">
          <ac:chgData name="Smith, Matthew J" userId="836e356e-d795-469a-a9c4-953c89126bf8" providerId="ADAL" clId="{0CA10307-A254-4D91-9B4F-D6EE6CB648CE}" dt="2026-04-15T20:10:51.619" v="1315" actId="164"/>
          <ac:picMkLst>
            <pc:docMk/>
            <pc:sldMk cId="4176780765" sldId="260"/>
            <ac:picMk id="8" creationId="{30150AB2-F8FD-5186-CC27-3B50FC9EB067}"/>
          </ac:picMkLst>
        </pc:picChg>
        <pc:cxnChg chg="add mod">
          <ac:chgData name="Smith, Matthew J" userId="836e356e-d795-469a-a9c4-953c89126bf8" providerId="ADAL" clId="{0CA10307-A254-4D91-9B4F-D6EE6CB648CE}" dt="2026-04-15T20:00:31.813" v="1200" actId="1582"/>
          <ac:cxnSpMkLst>
            <pc:docMk/>
            <pc:sldMk cId="4176780765" sldId="260"/>
            <ac:cxnSpMk id="20" creationId="{2F2B76E5-716E-79DD-E536-3FA5132AC991}"/>
          </ac:cxnSpMkLst>
        </pc:cxnChg>
        <pc:cxnChg chg="add mod">
          <ac:chgData name="Smith, Matthew J" userId="836e356e-d795-469a-a9c4-953c89126bf8" providerId="ADAL" clId="{0CA10307-A254-4D91-9B4F-D6EE6CB648CE}" dt="2026-04-15T20:00:41.568" v="1203" actId="14100"/>
          <ac:cxnSpMkLst>
            <pc:docMk/>
            <pc:sldMk cId="4176780765" sldId="260"/>
            <ac:cxnSpMk id="21" creationId="{ABEDBD27-02E1-9997-EB4D-6016B38190B7}"/>
          </ac:cxnSpMkLst>
        </pc:cxnChg>
        <pc:cxnChg chg="add mod">
          <ac:chgData name="Smith, Matthew J" userId="836e356e-d795-469a-a9c4-953c89126bf8" providerId="ADAL" clId="{0CA10307-A254-4D91-9B4F-D6EE6CB648CE}" dt="2026-04-15T20:10:51.619" v="1315" actId="164"/>
          <ac:cxnSpMkLst>
            <pc:docMk/>
            <pc:sldMk cId="4176780765" sldId="260"/>
            <ac:cxnSpMk id="23" creationId="{C28BE042-8F3C-6F90-609E-E41F7DE59BE5}"/>
          </ac:cxnSpMkLst>
        </pc:cxnChg>
        <pc:cxnChg chg="add mod ord">
          <ac:chgData name="Smith, Matthew J" userId="836e356e-d795-469a-a9c4-953c89126bf8" providerId="ADAL" clId="{0CA10307-A254-4D91-9B4F-D6EE6CB648CE}" dt="2026-04-15T20:18:43.633" v="1353" actId="693"/>
          <ac:cxnSpMkLst>
            <pc:docMk/>
            <pc:sldMk cId="4176780765" sldId="260"/>
            <ac:cxnSpMk id="26" creationId="{105274E0-C0EF-DF49-541C-68AE1218960B}"/>
          </ac:cxnSpMkLst>
        </pc:cxnChg>
        <pc:cxnChg chg="add mod ord">
          <ac:chgData name="Smith, Matthew J" userId="836e356e-d795-469a-a9c4-953c89126bf8" providerId="ADAL" clId="{0CA10307-A254-4D91-9B4F-D6EE6CB648CE}" dt="2026-04-15T20:29:09.264" v="1397" actId="166"/>
          <ac:cxnSpMkLst>
            <pc:docMk/>
            <pc:sldMk cId="4176780765" sldId="260"/>
            <ac:cxnSpMk id="28" creationId="{D5699C6A-FD19-BE78-C557-34E09CAC8E3A}"/>
          </ac:cxnSpMkLst>
        </pc:cxnChg>
        <pc:cxnChg chg="add mod ord">
          <ac:chgData name="Smith, Matthew J" userId="836e356e-d795-469a-a9c4-953c89126bf8" providerId="ADAL" clId="{0CA10307-A254-4D91-9B4F-D6EE6CB648CE}" dt="2026-04-15T20:18:49.107" v="1354" actId="693"/>
          <ac:cxnSpMkLst>
            <pc:docMk/>
            <pc:sldMk cId="4176780765" sldId="260"/>
            <ac:cxnSpMk id="30" creationId="{9EFD2CF6-DD58-3A66-5DB4-4BF97C005303}"/>
          </ac:cxnSpMkLst>
        </pc:cxnChg>
        <pc:cxnChg chg="add mod">
          <ac:chgData name="Smith, Matthew J" userId="836e356e-d795-469a-a9c4-953c89126bf8" providerId="ADAL" clId="{0CA10307-A254-4D91-9B4F-D6EE6CB648CE}" dt="2026-04-15T20:10:51.619" v="1315" actId="164"/>
          <ac:cxnSpMkLst>
            <pc:docMk/>
            <pc:sldMk cId="4176780765" sldId="260"/>
            <ac:cxnSpMk id="34" creationId="{52B76CF9-C25B-2406-51EF-D8D1E7547C8B}"/>
          </ac:cxnSpMkLst>
        </pc:cxnChg>
        <pc:cxnChg chg="add del mod">
          <ac:chgData name="Smith, Matthew J" userId="836e356e-d795-469a-a9c4-953c89126bf8" providerId="ADAL" clId="{0CA10307-A254-4D91-9B4F-D6EE6CB648CE}" dt="2026-04-15T20:03:49.870" v="1245" actId="478"/>
          <ac:cxnSpMkLst>
            <pc:docMk/>
            <pc:sldMk cId="4176780765" sldId="260"/>
            <ac:cxnSpMk id="36" creationId="{1EB16D08-2212-BCCA-DB02-D620487DDDAB}"/>
          </ac:cxnSpMkLst>
        </pc:cxnChg>
        <pc:cxnChg chg="add mod ord">
          <ac:chgData name="Smith, Matthew J" userId="836e356e-d795-469a-a9c4-953c89126bf8" providerId="ADAL" clId="{0CA10307-A254-4D91-9B4F-D6EE6CB648CE}" dt="2026-04-15T20:18:38.204" v="1350" actId="208"/>
          <ac:cxnSpMkLst>
            <pc:docMk/>
            <pc:sldMk cId="4176780765" sldId="260"/>
            <ac:cxnSpMk id="37" creationId="{5E57DF32-1F94-0539-9D67-4FE4F39B974F}"/>
          </ac:cxnSpMkLst>
        </pc:cxnChg>
        <pc:cxnChg chg="add mod">
          <ac:chgData name="Smith, Matthew J" userId="836e356e-d795-469a-a9c4-953c89126bf8" providerId="ADAL" clId="{0CA10307-A254-4D91-9B4F-D6EE6CB648CE}" dt="2026-04-15T20:08:15.585" v="1289"/>
          <ac:cxnSpMkLst>
            <pc:docMk/>
            <pc:sldMk cId="4176780765" sldId="260"/>
            <ac:cxnSpMk id="38" creationId="{5D09299E-4052-0A89-332D-D1907B3E46D2}"/>
          </ac:cxnSpMkLst>
        </pc:cxnChg>
        <pc:cxnChg chg="add del mod">
          <ac:chgData name="Smith, Matthew J" userId="836e356e-d795-469a-a9c4-953c89126bf8" providerId="ADAL" clId="{0CA10307-A254-4D91-9B4F-D6EE6CB648CE}" dt="2026-04-15T20:08:24.271" v="1294" actId="478"/>
          <ac:cxnSpMkLst>
            <pc:docMk/>
            <pc:sldMk cId="4176780765" sldId="260"/>
            <ac:cxnSpMk id="39" creationId="{AA790F27-9892-6D5C-F242-93E340E11732}"/>
          </ac:cxnSpMkLst>
        </pc:cxnChg>
        <pc:cxnChg chg="add mod">
          <ac:chgData name="Smith, Matthew J" userId="836e356e-d795-469a-a9c4-953c89126bf8" providerId="ADAL" clId="{0CA10307-A254-4D91-9B4F-D6EE6CB648CE}" dt="2026-04-15T20:08:48.772" v="1301" actId="1076"/>
          <ac:cxnSpMkLst>
            <pc:docMk/>
            <pc:sldMk cId="4176780765" sldId="260"/>
            <ac:cxnSpMk id="40" creationId="{FA61DFB7-4635-999B-7064-B4593733E3D3}"/>
          </ac:cxnSpMkLst>
        </pc:cxnChg>
        <pc:cxnChg chg="add mod">
          <ac:chgData name="Smith, Matthew J" userId="836e356e-d795-469a-a9c4-953c89126bf8" providerId="ADAL" clId="{0CA10307-A254-4D91-9B4F-D6EE6CB648CE}" dt="2026-04-15T20:09:31.830" v="1311" actId="1076"/>
          <ac:cxnSpMkLst>
            <pc:docMk/>
            <pc:sldMk cId="4176780765" sldId="260"/>
            <ac:cxnSpMk id="41" creationId="{A55A6728-5BF4-FBF2-66EC-87A7060BD254}"/>
          </ac:cxnSpMkLst>
        </pc:cxnChg>
      </pc:sldChg>
      <pc:sldChg chg="addSp delSp modSp add mod setBg">
        <pc:chgData name="Smith, Matthew J" userId="836e356e-d795-469a-a9c4-953c89126bf8" providerId="ADAL" clId="{0CA10307-A254-4D91-9B4F-D6EE6CB648CE}" dt="2026-04-15T20:39:20.002" v="1511" actId="208"/>
        <pc:sldMkLst>
          <pc:docMk/>
          <pc:sldMk cId="4063251200" sldId="261"/>
        </pc:sldMkLst>
        <pc:spChg chg="mod">
          <ac:chgData name="Smith, Matthew J" userId="836e356e-d795-469a-a9c4-953c89126bf8" providerId="ADAL" clId="{0CA10307-A254-4D91-9B4F-D6EE6CB648CE}" dt="2026-04-15T20:36:28.016" v="1470" actId="14100"/>
          <ac:spMkLst>
            <pc:docMk/>
            <pc:sldMk cId="4063251200" sldId="261"/>
            <ac:spMk id="2" creationId="{6CF10737-A99C-240A-0D8B-094F00251E17}"/>
          </ac:spMkLst>
        </pc:spChg>
        <pc:spChg chg="add del mod">
          <ac:chgData name="Smith, Matthew J" userId="836e356e-d795-469a-a9c4-953c89126bf8" providerId="ADAL" clId="{0CA10307-A254-4D91-9B4F-D6EE6CB648CE}" dt="2026-04-15T20:38:59.025" v="1508" actId="20577"/>
          <ac:spMkLst>
            <pc:docMk/>
            <pc:sldMk cId="4063251200" sldId="261"/>
            <ac:spMk id="3" creationId="{0BB5177C-DDA6-C015-0807-C91CA4FD30F3}"/>
          </ac:spMkLst>
        </pc:spChg>
        <pc:spChg chg="add del mod">
          <ac:chgData name="Smith, Matthew J" userId="836e356e-d795-469a-a9c4-953c89126bf8" providerId="ADAL" clId="{0CA10307-A254-4D91-9B4F-D6EE6CB648CE}" dt="2026-04-15T18:25:54.901" v="658" actId="478"/>
          <ac:spMkLst>
            <pc:docMk/>
            <pc:sldMk cId="4063251200" sldId="261"/>
            <ac:spMk id="7" creationId="{A9AF183D-04E1-40A2-B92D-E2855CD554AB}"/>
          </ac:spMkLst>
        </pc:spChg>
        <pc:spChg chg="add mod">
          <ac:chgData name="Smith, Matthew J" userId="836e356e-d795-469a-a9c4-953c89126bf8" providerId="ADAL" clId="{0CA10307-A254-4D91-9B4F-D6EE6CB648CE}" dt="2026-04-15T20:39:02.206" v="1509" actId="1076"/>
          <ac:spMkLst>
            <pc:docMk/>
            <pc:sldMk cId="4063251200" sldId="261"/>
            <ac:spMk id="9" creationId="{C14DCAA0-606C-A263-4672-E149F038182D}"/>
          </ac:spMkLst>
        </pc:spChg>
        <pc:spChg chg="add">
          <ac:chgData name="Smith, Matthew J" userId="836e356e-d795-469a-a9c4-953c89126bf8" providerId="ADAL" clId="{0CA10307-A254-4D91-9B4F-D6EE6CB648CE}" dt="2026-04-14T15:49:33.622" v="599" actId="26606"/>
          <ac:spMkLst>
            <pc:docMk/>
            <pc:sldMk cId="4063251200" sldId="261"/>
            <ac:spMk id="11" creationId="{979E27D9-03C7-44E2-9FF8-15D0C8506AF7}"/>
          </ac:spMkLst>
        </pc:spChg>
        <pc:spChg chg="add">
          <ac:chgData name="Smith, Matthew J" userId="836e356e-d795-469a-a9c4-953c89126bf8" providerId="ADAL" clId="{0CA10307-A254-4D91-9B4F-D6EE6CB648CE}" dt="2026-04-14T15:49:33.622" v="599" actId="26606"/>
          <ac:spMkLst>
            <pc:docMk/>
            <pc:sldMk cId="4063251200" sldId="261"/>
            <ac:spMk id="13" creationId="{EEBF1590-3B36-48EE-A89D-3B6F3CB256AB}"/>
          </ac:spMkLst>
        </pc:spChg>
        <pc:spChg chg="add">
          <ac:chgData name="Smith, Matthew J" userId="836e356e-d795-469a-a9c4-953c89126bf8" providerId="ADAL" clId="{0CA10307-A254-4D91-9B4F-D6EE6CB648CE}" dt="2026-04-14T15:49:33.622" v="599" actId="26606"/>
          <ac:spMkLst>
            <pc:docMk/>
            <pc:sldMk cId="4063251200" sldId="261"/>
            <ac:spMk id="15" creationId="{AC8F6C8C-AB5A-4548-942D-E3FD40ACBC49}"/>
          </ac:spMkLst>
        </pc:spChg>
        <pc:picChg chg="add mod">
          <ac:chgData name="Smith, Matthew J" userId="836e356e-d795-469a-a9c4-953c89126bf8" providerId="ADAL" clId="{0CA10307-A254-4D91-9B4F-D6EE6CB648CE}" dt="2026-04-15T20:39:20.002" v="1511" actId="208"/>
          <ac:picMkLst>
            <pc:docMk/>
            <pc:sldMk cId="4063251200" sldId="261"/>
            <ac:picMk id="6" creationId="{02446EBE-E051-D45F-4ACE-1D2FE4B4214F}"/>
          </ac:picMkLst>
        </pc:picChg>
      </pc:sldChg>
      <pc:sldChg chg="addSp delSp modSp add mod">
        <pc:chgData name="Smith, Matthew J" userId="836e356e-d795-469a-a9c4-953c89126bf8" providerId="ADAL" clId="{0CA10307-A254-4D91-9B4F-D6EE6CB648CE}" dt="2026-04-15T19:38:25.354" v="1064" actId="14100"/>
        <pc:sldMkLst>
          <pc:docMk/>
          <pc:sldMk cId="3944000108" sldId="262"/>
        </pc:sldMkLst>
        <pc:spChg chg="mod">
          <ac:chgData name="Smith, Matthew J" userId="836e356e-d795-469a-a9c4-953c89126bf8" providerId="ADAL" clId="{0CA10307-A254-4D91-9B4F-D6EE6CB648CE}" dt="2026-04-15T18:24:43.584" v="644" actId="1076"/>
          <ac:spMkLst>
            <pc:docMk/>
            <pc:sldMk cId="3944000108" sldId="262"/>
            <ac:spMk id="2" creationId="{B9095D40-CCE5-D9B7-316E-4CB55A660F45}"/>
          </ac:spMkLst>
        </pc:spChg>
        <pc:spChg chg="del mod">
          <ac:chgData name="Smith, Matthew J" userId="836e356e-d795-469a-a9c4-953c89126bf8" providerId="ADAL" clId="{0CA10307-A254-4D91-9B4F-D6EE6CB648CE}" dt="2026-04-15T18:21:32.225" v="622" actId="3680"/>
          <ac:spMkLst>
            <pc:docMk/>
            <pc:sldMk cId="3944000108" sldId="262"/>
            <ac:spMk id="3" creationId="{6B2E396B-A47E-3CE8-BC2F-8219AA364C62}"/>
          </ac:spMkLst>
        </pc:spChg>
        <pc:spChg chg="add mod">
          <ac:chgData name="Smith, Matthew J" userId="836e356e-d795-469a-a9c4-953c89126bf8" providerId="ADAL" clId="{0CA10307-A254-4D91-9B4F-D6EE6CB648CE}" dt="2026-04-15T18:24:47.197" v="645" actId="1076"/>
          <ac:spMkLst>
            <pc:docMk/>
            <pc:sldMk cId="3944000108" sldId="262"/>
            <ac:spMk id="7" creationId="{389C9792-5485-7217-5B58-CE053AD89C0A}"/>
          </ac:spMkLst>
        </pc:spChg>
        <pc:spChg chg="add mod">
          <ac:chgData name="Smith, Matthew J" userId="836e356e-d795-469a-a9c4-953c89126bf8" providerId="ADAL" clId="{0CA10307-A254-4D91-9B4F-D6EE6CB648CE}" dt="2026-04-15T18:25:06.041" v="648" actId="1076"/>
          <ac:spMkLst>
            <pc:docMk/>
            <pc:sldMk cId="3944000108" sldId="262"/>
            <ac:spMk id="9" creationId="{441284D4-9260-6394-0F5F-894D91D10ACC}"/>
          </ac:spMkLst>
        </pc:spChg>
        <pc:spChg chg="add mod">
          <ac:chgData name="Smith, Matthew J" userId="836e356e-d795-469a-a9c4-953c89126bf8" providerId="ADAL" clId="{0CA10307-A254-4D91-9B4F-D6EE6CB648CE}" dt="2026-04-15T18:26:15.283" v="661"/>
          <ac:spMkLst>
            <pc:docMk/>
            <pc:sldMk cId="3944000108" sldId="262"/>
            <ac:spMk id="11" creationId="{F6725F6C-EB38-4460-4A74-DE68BC7B96A2}"/>
          </ac:spMkLst>
        </pc:spChg>
        <pc:spChg chg="add mod">
          <ac:chgData name="Smith, Matthew J" userId="836e356e-d795-469a-a9c4-953c89126bf8" providerId="ADAL" clId="{0CA10307-A254-4D91-9B4F-D6EE6CB648CE}" dt="2026-04-15T19:38:25.354" v="1064" actId="14100"/>
          <ac:spMkLst>
            <pc:docMk/>
            <pc:sldMk cId="3944000108" sldId="262"/>
            <ac:spMk id="12" creationId="{5C64834C-6362-B7EC-85A2-2014E337B21A}"/>
          </ac:spMkLst>
        </pc:spChg>
        <pc:graphicFrameChg chg="add mod ord modGraphic">
          <ac:chgData name="Smith, Matthew J" userId="836e356e-d795-469a-a9c4-953c89126bf8" providerId="ADAL" clId="{0CA10307-A254-4D91-9B4F-D6EE6CB648CE}" dt="2026-04-15T18:24:54.757" v="646" actId="1076"/>
          <ac:graphicFrameMkLst>
            <pc:docMk/>
            <pc:sldMk cId="3944000108" sldId="262"/>
            <ac:graphicFrameMk id="4" creationId="{6329A1CA-96FA-0831-7BC3-9F7703C78AE4}"/>
          </ac:graphicFrameMkLst>
        </pc:graphicFrameChg>
        <pc:graphicFrameChg chg="add mod modGraphic">
          <ac:chgData name="Smith, Matthew J" userId="836e356e-d795-469a-a9c4-953c89126bf8" providerId="ADAL" clId="{0CA10307-A254-4D91-9B4F-D6EE6CB648CE}" dt="2026-04-15T18:25:12.226" v="651" actId="14100"/>
          <ac:graphicFrameMkLst>
            <pc:docMk/>
            <pc:sldMk cId="3944000108" sldId="262"/>
            <ac:graphicFrameMk id="5" creationId="{F8C83706-4192-7185-BFB8-95BC75C35F8D}"/>
          </ac:graphicFrameMkLst>
        </pc:graphicFrameChg>
        <pc:picChg chg="add mod">
          <ac:chgData name="Smith, Matthew J" userId="836e356e-d795-469a-a9c4-953c89126bf8" providerId="ADAL" clId="{0CA10307-A254-4D91-9B4F-D6EE6CB648CE}" dt="2026-04-15T18:26:02.544" v="659"/>
          <ac:picMkLst>
            <pc:docMk/>
            <pc:sldMk cId="3944000108" sldId="262"/>
            <ac:picMk id="10" creationId="{71403549-01E7-7DCC-50BC-FB21C704A54F}"/>
          </ac:picMkLst>
        </pc:picChg>
        <pc:picChg chg="add mod">
          <ac:chgData name="Smith, Matthew J" userId="836e356e-d795-469a-a9c4-953c89126bf8" providerId="ADAL" clId="{0CA10307-A254-4D91-9B4F-D6EE6CB648CE}" dt="2026-04-15T18:26:05.915" v="660" actId="14100"/>
          <ac:picMkLst>
            <pc:docMk/>
            <pc:sldMk cId="3944000108" sldId="262"/>
            <ac:picMk id="4098" creationId="{9E49F67B-E976-2F9E-D5B2-0BEC199F2F6D}"/>
          </ac:picMkLst>
        </pc:picChg>
      </pc:sldChg>
      <pc:sldChg chg="addSp delSp modSp add mod ord setBg">
        <pc:chgData name="Smith, Matthew J" userId="836e356e-d795-469a-a9c4-953c89126bf8" providerId="ADAL" clId="{0CA10307-A254-4D91-9B4F-D6EE6CB648CE}" dt="2026-04-15T19:46:06.606" v="1123" actId="113"/>
        <pc:sldMkLst>
          <pc:docMk/>
          <pc:sldMk cId="862553320" sldId="263"/>
        </pc:sldMkLst>
        <pc:spChg chg="mod">
          <ac:chgData name="Smith, Matthew J" userId="836e356e-d795-469a-a9c4-953c89126bf8" providerId="ADAL" clId="{0CA10307-A254-4D91-9B4F-D6EE6CB648CE}" dt="2026-04-15T19:45:26.327" v="1119" actId="26606"/>
          <ac:spMkLst>
            <pc:docMk/>
            <pc:sldMk cId="862553320" sldId="263"/>
            <ac:spMk id="2" creationId="{69870B64-D63C-E68D-5AD1-5609B08DB50E}"/>
          </ac:spMkLst>
        </pc:spChg>
        <pc:spChg chg="add mod">
          <ac:chgData name="Smith, Matthew J" userId="836e356e-d795-469a-a9c4-953c89126bf8" providerId="ADAL" clId="{0CA10307-A254-4D91-9B4F-D6EE6CB648CE}" dt="2026-04-15T19:45:26.327" v="1119" actId="26606"/>
          <ac:spMkLst>
            <pc:docMk/>
            <pc:sldMk cId="862553320" sldId="263"/>
            <ac:spMk id="6" creationId="{4B7AC9A6-F3CB-2ED9-C866-B48053597D38}"/>
          </ac:spMkLst>
        </pc:spChg>
        <pc:spChg chg="add">
          <ac:chgData name="Smith, Matthew J" userId="836e356e-d795-469a-a9c4-953c89126bf8" providerId="ADAL" clId="{0CA10307-A254-4D91-9B4F-D6EE6CB648CE}" dt="2026-04-15T19:45:26.327" v="1119" actId="26606"/>
          <ac:spMkLst>
            <pc:docMk/>
            <pc:sldMk cId="862553320" sldId="263"/>
            <ac:spMk id="12" creationId="{B50AB553-2A96-4A92-96F2-93548E096954}"/>
          </ac:spMkLst>
        </pc:spChg>
        <pc:graphicFrameChg chg="add mod ord modGraphic">
          <ac:chgData name="Smith, Matthew J" userId="836e356e-d795-469a-a9c4-953c89126bf8" providerId="ADAL" clId="{0CA10307-A254-4D91-9B4F-D6EE6CB648CE}" dt="2026-04-15T19:46:06.606" v="1123" actId="113"/>
          <ac:graphicFrameMkLst>
            <pc:docMk/>
            <pc:sldMk cId="862553320" sldId="263"/>
            <ac:graphicFrameMk id="5" creationId="{4A0CF3E0-C11B-4617-15CF-E4DB5F5D3F4B}"/>
          </ac:graphicFrameMkLst>
        </pc:graphicFrameChg>
        <pc:picChg chg="add">
          <ac:chgData name="Smith, Matthew J" userId="836e356e-d795-469a-a9c4-953c89126bf8" providerId="ADAL" clId="{0CA10307-A254-4D91-9B4F-D6EE6CB648CE}" dt="2026-04-15T19:45:26.327" v="1119" actId="26606"/>
          <ac:picMkLst>
            <pc:docMk/>
            <pc:sldMk cId="862553320" sldId="263"/>
            <ac:picMk id="8" creationId="{D39BD653-B653-B127-523C-9E8CA1DF35F4}"/>
          </ac:picMkLst>
        </pc:picChg>
      </pc:sldChg>
      <pc:sldChg chg="addSp delSp modSp new mod setBg">
        <pc:chgData name="Smith, Matthew J" userId="836e356e-d795-469a-a9c4-953c89126bf8" providerId="ADAL" clId="{0CA10307-A254-4D91-9B4F-D6EE6CB648CE}" dt="2026-04-15T20:50:28.495" v="1538" actId="20577"/>
        <pc:sldMkLst>
          <pc:docMk/>
          <pc:sldMk cId="3680430035" sldId="264"/>
        </pc:sldMkLst>
        <pc:spChg chg="mod">
          <ac:chgData name="Smith, Matthew J" userId="836e356e-d795-469a-a9c4-953c89126bf8" providerId="ADAL" clId="{0CA10307-A254-4D91-9B4F-D6EE6CB648CE}" dt="2026-04-15T18:38:36.485" v="695" actId="26606"/>
          <ac:spMkLst>
            <pc:docMk/>
            <pc:sldMk cId="3680430035" sldId="264"/>
            <ac:spMk id="2" creationId="{36594415-9058-442C-E803-CDC8B09F16FD}"/>
          </ac:spMkLst>
        </pc:spChg>
        <pc:spChg chg="add del mod ord">
          <ac:chgData name="Smith, Matthew J" userId="836e356e-d795-469a-a9c4-953c89126bf8" providerId="ADAL" clId="{0CA10307-A254-4D91-9B4F-D6EE6CB648CE}" dt="2026-04-15T20:50:28.495" v="1538" actId="20577"/>
          <ac:spMkLst>
            <pc:docMk/>
            <pc:sldMk cId="3680430035" sldId="264"/>
            <ac:spMk id="3" creationId="{3C33E008-0409-D1FE-EDFF-250D0AD7E7DD}"/>
          </ac:spMkLst>
        </pc:spChg>
        <pc:spChg chg="add mod">
          <ac:chgData name="Smith, Matthew J" userId="836e356e-d795-469a-a9c4-953c89126bf8" providerId="ADAL" clId="{0CA10307-A254-4D91-9B4F-D6EE6CB648CE}" dt="2026-04-15T18:36:06.396" v="671"/>
          <ac:spMkLst>
            <pc:docMk/>
            <pc:sldMk cId="3680430035" sldId="264"/>
            <ac:spMk id="4" creationId="{C679D41D-B61C-D6CA-C476-EEC96F1764EF}"/>
          </ac:spMkLst>
        </pc:spChg>
        <pc:spChg chg="add mod">
          <ac:chgData name="Smith, Matthew J" userId="836e356e-d795-469a-a9c4-953c89126bf8" providerId="ADAL" clId="{0CA10307-A254-4D91-9B4F-D6EE6CB648CE}" dt="2026-04-15T19:39:40.124" v="1076" actId="14100"/>
          <ac:spMkLst>
            <pc:docMk/>
            <pc:sldMk cId="3680430035" sldId="264"/>
            <ac:spMk id="7" creationId="{EA3E8504-D04D-0664-C3FF-158B999DBF4A}"/>
          </ac:spMkLst>
        </pc:spChg>
        <pc:spChg chg="add del">
          <ac:chgData name="Smith, Matthew J" userId="836e356e-d795-469a-a9c4-953c89126bf8" providerId="ADAL" clId="{0CA10307-A254-4D91-9B4F-D6EE6CB648CE}" dt="2026-04-15T18:38:36.470" v="694" actId="26606"/>
          <ac:spMkLst>
            <pc:docMk/>
            <pc:sldMk cId="3680430035" sldId="264"/>
            <ac:spMk id="13" creationId="{7E014A0B-5338-4077-AFE9-A90D04D4492B}"/>
          </ac:spMkLst>
        </pc:spChg>
        <pc:spChg chg="add del">
          <ac:chgData name="Smith, Matthew J" userId="836e356e-d795-469a-a9c4-953c89126bf8" providerId="ADAL" clId="{0CA10307-A254-4D91-9B4F-D6EE6CB648CE}" dt="2026-04-15T18:38:36.470" v="694" actId="26606"/>
          <ac:spMkLst>
            <pc:docMk/>
            <pc:sldMk cId="3680430035" sldId="264"/>
            <ac:spMk id="14" creationId="{1E020063-2385-44AC-BD67-258E1F0B9FCE}"/>
          </ac:spMkLst>
        </pc:spChg>
        <pc:spChg chg="add">
          <ac:chgData name="Smith, Matthew J" userId="836e356e-d795-469a-a9c4-953c89126bf8" providerId="ADAL" clId="{0CA10307-A254-4D91-9B4F-D6EE6CB648CE}" dt="2026-04-15T18:38:36.485" v="695" actId="26606"/>
          <ac:spMkLst>
            <pc:docMk/>
            <pc:sldMk cId="3680430035" sldId="264"/>
            <ac:spMk id="30" creationId="{D7A453D2-15D8-4403-815F-291FA16340D9}"/>
          </ac:spMkLst>
        </pc:spChg>
        <pc:spChg chg="add">
          <ac:chgData name="Smith, Matthew J" userId="836e356e-d795-469a-a9c4-953c89126bf8" providerId="ADAL" clId="{0CA10307-A254-4D91-9B4F-D6EE6CB648CE}" dt="2026-04-15T18:38:36.485" v="695" actId="26606"/>
          <ac:spMkLst>
            <pc:docMk/>
            <pc:sldMk cId="3680430035" sldId="264"/>
            <ac:spMk id="31" creationId="{E2D3D3F2-ABBB-4453-B1C5-1BEBF7E4DD56}"/>
          </ac:spMkLst>
        </pc:spChg>
        <pc:spChg chg="add">
          <ac:chgData name="Smith, Matthew J" userId="836e356e-d795-469a-a9c4-953c89126bf8" providerId="ADAL" clId="{0CA10307-A254-4D91-9B4F-D6EE6CB648CE}" dt="2026-04-15T18:38:36.485" v="695" actId="26606"/>
          <ac:spMkLst>
            <pc:docMk/>
            <pc:sldMk cId="3680430035" sldId="264"/>
            <ac:spMk id="32" creationId="{8161EA6B-09CA-445B-AB0D-8DF76FA92DEF}"/>
          </ac:spMkLst>
        </pc:spChg>
        <pc:spChg chg="add">
          <ac:chgData name="Smith, Matthew J" userId="836e356e-d795-469a-a9c4-953c89126bf8" providerId="ADAL" clId="{0CA10307-A254-4D91-9B4F-D6EE6CB648CE}" dt="2026-04-15T18:38:36.485" v="695" actId="26606"/>
          <ac:spMkLst>
            <pc:docMk/>
            <pc:sldMk cId="3680430035" sldId="264"/>
            <ac:spMk id="45" creationId="{773AEA78-C03B-40B7-9D11-DC022119D577}"/>
          </ac:spMkLst>
        </pc:spChg>
        <pc:spChg chg="add">
          <ac:chgData name="Smith, Matthew J" userId="836e356e-d795-469a-a9c4-953c89126bf8" providerId="ADAL" clId="{0CA10307-A254-4D91-9B4F-D6EE6CB648CE}" dt="2026-04-15T18:38:36.485" v="695" actId="26606"/>
          <ac:spMkLst>
            <pc:docMk/>
            <pc:sldMk cId="3680430035" sldId="264"/>
            <ac:spMk id="50" creationId="{B8114C98-A349-4111-A123-E8EAB86ABE30}"/>
          </ac:spMkLst>
        </pc:spChg>
        <pc:grpChg chg="add del">
          <ac:chgData name="Smith, Matthew J" userId="836e356e-d795-469a-a9c4-953c89126bf8" providerId="ADAL" clId="{0CA10307-A254-4D91-9B4F-D6EE6CB648CE}" dt="2026-04-15T18:38:36.470" v="694" actId="26606"/>
          <ac:grpSpMkLst>
            <pc:docMk/>
            <pc:sldMk cId="3680430035" sldId="264"/>
            <ac:grpSpMk id="15" creationId="{78127680-150F-4A90-9950-F66392578116}"/>
          </ac:grpSpMkLst>
        </pc:grpChg>
        <pc:grpChg chg="add del">
          <ac:chgData name="Smith, Matthew J" userId="836e356e-d795-469a-a9c4-953c89126bf8" providerId="ADAL" clId="{0CA10307-A254-4D91-9B4F-D6EE6CB648CE}" dt="2026-04-15T18:38:36.470" v="694" actId="26606"/>
          <ac:grpSpMkLst>
            <pc:docMk/>
            <pc:sldMk cId="3680430035" sldId="264"/>
            <ac:grpSpMk id="21" creationId="{466920E5-8640-4C24-A775-8647637094A7}"/>
          </ac:grpSpMkLst>
        </pc:grpChg>
        <pc:grpChg chg="add">
          <ac:chgData name="Smith, Matthew J" userId="836e356e-d795-469a-a9c4-953c89126bf8" providerId="ADAL" clId="{0CA10307-A254-4D91-9B4F-D6EE6CB648CE}" dt="2026-04-15T18:38:36.485" v="695" actId="26606"/>
          <ac:grpSpMkLst>
            <pc:docMk/>
            <pc:sldMk cId="3680430035" sldId="264"/>
            <ac:grpSpMk id="38" creationId="{913B067F-3154-4968-A886-DF93A787EC44}"/>
          </ac:grpSpMkLst>
        </pc:grpChg>
        <pc:grpChg chg="add">
          <ac:chgData name="Smith, Matthew J" userId="836e356e-d795-469a-a9c4-953c89126bf8" providerId="ADAL" clId="{0CA10307-A254-4D91-9B4F-D6EE6CB648CE}" dt="2026-04-15T18:38:36.485" v="695" actId="26606"/>
          <ac:grpSpMkLst>
            <pc:docMk/>
            <pc:sldMk cId="3680430035" sldId="264"/>
            <ac:grpSpMk id="39" creationId="{1F4E1649-4D1F-4A91-AF97-A254BFDD524D}"/>
          </ac:grpSpMkLst>
        </pc:grpChg>
        <pc:picChg chg="add mod">
          <ac:chgData name="Smith, Matthew J" userId="836e356e-d795-469a-a9c4-953c89126bf8" providerId="ADAL" clId="{0CA10307-A254-4D91-9B4F-D6EE6CB648CE}" dt="2026-04-15T18:38:36.485" v="695" actId="26606"/>
          <ac:picMkLst>
            <pc:docMk/>
            <pc:sldMk cId="3680430035" sldId="264"/>
            <ac:picMk id="6" creationId="{DFBB6053-1763-BE14-550A-4849D59523E1}"/>
          </ac:picMkLst>
        </pc:picChg>
        <pc:cxnChg chg="add del">
          <ac:chgData name="Smith, Matthew J" userId="836e356e-d795-469a-a9c4-953c89126bf8" providerId="ADAL" clId="{0CA10307-A254-4D91-9B4F-D6EE6CB648CE}" dt="2026-04-15T18:38:32.374" v="692" actId="26606"/>
          <ac:cxnSpMkLst>
            <pc:docMk/>
            <pc:sldMk cId="3680430035" sldId="264"/>
            <ac:cxnSpMk id="11" creationId="{37C77032-C865-6057-7D7A-E2743CFA20F9}"/>
          </ac:cxnSpMkLst>
        </pc:cxnChg>
      </pc:sldChg>
      <pc:sldChg chg="addSp delSp modSp add mod setBg">
        <pc:chgData name="Smith, Matthew J" userId="836e356e-d795-469a-a9c4-953c89126bf8" providerId="ADAL" clId="{0CA10307-A254-4D91-9B4F-D6EE6CB648CE}" dt="2026-04-16T13:28:48.103" v="1568" actId="20577"/>
        <pc:sldMkLst>
          <pc:docMk/>
          <pc:sldMk cId="3466853447" sldId="265"/>
        </pc:sldMkLst>
        <pc:spChg chg="mod">
          <ac:chgData name="Smith, Matthew J" userId="836e356e-d795-469a-a9c4-953c89126bf8" providerId="ADAL" clId="{0CA10307-A254-4D91-9B4F-D6EE6CB648CE}" dt="2026-04-15T18:41:16.119" v="729" actId="26606"/>
          <ac:spMkLst>
            <pc:docMk/>
            <pc:sldMk cId="3466853447" sldId="265"/>
            <ac:spMk id="2" creationId="{B8875889-78FE-4C14-95C1-5716980C6F44}"/>
          </ac:spMkLst>
        </pc:spChg>
        <pc:spChg chg="del mod">
          <ac:chgData name="Smith, Matthew J" userId="836e356e-d795-469a-a9c4-953c89126bf8" providerId="ADAL" clId="{0CA10307-A254-4D91-9B4F-D6EE6CB648CE}" dt="2026-04-15T18:37:31.380" v="688"/>
          <ac:spMkLst>
            <pc:docMk/>
            <pc:sldMk cId="3466853447" sldId="265"/>
            <ac:spMk id="3" creationId="{9A90EB2B-D0A1-96A5-C3BA-03136E63E641}"/>
          </ac:spMkLst>
        </pc:spChg>
        <pc:spChg chg="add mod ord">
          <ac:chgData name="Smith, Matthew J" userId="836e356e-d795-469a-a9c4-953c89126bf8" providerId="ADAL" clId="{0CA10307-A254-4D91-9B4F-D6EE6CB648CE}" dt="2026-04-16T13:28:48.103" v="1568" actId="20577"/>
          <ac:spMkLst>
            <pc:docMk/>
            <pc:sldMk cId="3466853447" sldId="265"/>
            <ac:spMk id="4" creationId="{357DEA56-480F-A1F5-F6CF-FC8C6A138C9F}"/>
          </ac:spMkLst>
        </pc:spChg>
        <pc:spChg chg="add">
          <ac:chgData name="Smith, Matthew J" userId="836e356e-d795-469a-a9c4-953c89126bf8" providerId="ADAL" clId="{0CA10307-A254-4D91-9B4F-D6EE6CB648CE}" dt="2026-04-15T18:41:16.119" v="729" actId="26606"/>
          <ac:spMkLst>
            <pc:docMk/>
            <pc:sldMk cId="3466853447" sldId="265"/>
            <ac:spMk id="11" creationId="{D7A453D2-15D8-4403-815F-291FA16340D9}"/>
          </ac:spMkLst>
        </pc:spChg>
        <pc:spChg chg="add">
          <ac:chgData name="Smith, Matthew J" userId="836e356e-d795-469a-a9c4-953c89126bf8" providerId="ADAL" clId="{0CA10307-A254-4D91-9B4F-D6EE6CB648CE}" dt="2026-04-15T18:41:16.119" v="729" actId="26606"/>
          <ac:spMkLst>
            <pc:docMk/>
            <pc:sldMk cId="3466853447" sldId="265"/>
            <ac:spMk id="13" creationId="{8161EA6B-09CA-445B-AB0D-8DF76FA92DEF}"/>
          </ac:spMkLst>
        </pc:spChg>
        <pc:spChg chg="add">
          <ac:chgData name="Smith, Matthew J" userId="836e356e-d795-469a-a9c4-953c89126bf8" providerId="ADAL" clId="{0CA10307-A254-4D91-9B4F-D6EE6CB648CE}" dt="2026-04-15T18:41:16.119" v="729" actId="26606"/>
          <ac:spMkLst>
            <pc:docMk/>
            <pc:sldMk cId="3466853447" sldId="265"/>
            <ac:spMk id="23" creationId="{B8114C98-A349-4111-A123-E8EAB86ABE30}"/>
          </ac:spMkLst>
        </pc:spChg>
        <pc:spChg chg="add">
          <ac:chgData name="Smith, Matthew J" userId="836e356e-d795-469a-a9c4-953c89126bf8" providerId="ADAL" clId="{0CA10307-A254-4D91-9B4F-D6EE6CB648CE}" dt="2026-04-15T18:41:16.119" v="729" actId="26606"/>
          <ac:spMkLst>
            <pc:docMk/>
            <pc:sldMk cId="3466853447" sldId="265"/>
            <ac:spMk id="31" creationId="{E2D3D3F2-ABBB-4453-B1C5-1BEBF7E4DD56}"/>
          </ac:spMkLst>
        </pc:spChg>
        <pc:spChg chg="add">
          <ac:chgData name="Smith, Matthew J" userId="836e356e-d795-469a-a9c4-953c89126bf8" providerId="ADAL" clId="{0CA10307-A254-4D91-9B4F-D6EE6CB648CE}" dt="2026-04-15T18:41:16.119" v="729" actId="26606"/>
          <ac:spMkLst>
            <pc:docMk/>
            <pc:sldMk cId="3466853447" sldId="265"/>
            <ac:spMk id="45" creationId="{773AEA78-C03B-40B7-9D11-DC022119D577}"/>
          </ac:spMkLst>
        </pc:spChg>
        <pc:grpChg chg="add">
          <ac:chgData name="Smith, Matthew J" userId="836e356e-d795-469a-a9c4-953c89126bf8" providerId="ADAL" clId="{0CA10307-A254-4D91-9B4F-D6EE6CB648CE}" dt="2026-04-15T18:41:16.119" v="729" actId="26606"/>
          <ac:grpSpMkLst>
            <pc:docMk/>
            <pc:sldMk cId="3466853447" sldId="265"/>
            <ac:grpSpMk id="15" creationId="{913B067F-3154-4968-A886-DF93A787EC44}"/>
          </ac:grpSpMkLst>
        </pc:grpChg>
        <pc:grpChg chg="add">
          <ac:chgData name="Smith, Matthew J" userId="836e356e-d795-469a-a9c4-953c89126bf8" providerId="ADAL" clId="{0CA10307-A254-4D91-9B4F-D6EE6CB648CE}" dt="2026-04-15T18:41:16.119" v="729" actId="26606"/>
          <ac:grpSpMkLst>
            <pc:docMk/>
            <pc:sldMk cId="3466853447" sldId="265"/>
            <ac:grpSpMk id="33" creationId="{8214E4A5-A0D2-42C4-8D14-D2A7E495F041}"/>
          </ac:grpSpMkLst>
        </pc:grpChg>
        <pc:picChg chg="add mod">
          <ac:chgData name="Smith, Matthew J" userId="836e356e-d795-469a-a9c4-953c89126bf8" providerId="ADAL" clId="{0CA10307-A254-4D91-9B4F-D6EE6CB648CE}" dt="2026-04-15T18:41:16.119" v="729" actId="26606"/>
          <ac:picMkLst>
            <pc:docMk/>
            <pc:sldMk cId="3466853447" sldId="265"/>
            <ac:picMk id="6" creationId="{FBE113B4-903A-3F97-2FD1-2A8286262A85}"/>
          </ac:picMkLst>
        </pc:picChg>
      </pc:sldChg>
      <pc:sldChg chg="addSp delSp modSp add mod setBg">
        <pc:chgData name="Smith, Matthew J" userId="836e356e-d795-469a-a9c4-953c89126bf8" providerId="ADAL" clId="{0CA10307-A254-4D91-9B4F-D6EE6CB648CE}" dt="2026-04-16T13:38:35.554" v="1571" actId="20577"/>
        <pc:sldMkLst>
          <pc:docMk/>
          <pc:sldMk cId="3432239395" sldId="266"/>
        </pc:sldMkLst>
        <pc:spChg chg="mod">
          <ac:chgData name="Smith, Matthew J" userId="836e356e-d795-469a-a9c4-953c89126bf8" providerId="ADAL" clId="{0CA10307-A254-4D91-9B4F-D6EE6CB648CE}" dt="2026-04-15T18:43:13.263" v="749" actId="26606"/>
          <ac:spMkLst>
            <pc:docMk/>
            <pc:sldMk cId="3432239395" sldId="266"/>
            <ac:spMk id="2" creationId="{758D06D1-D7FA-54E8-819B-2BBCC5B5EBD8}"/>
          </ac:spMkLst>
        </pc:spChg>
        <pc:spChg chg="add del mod ord">
          <ac:chgData name="Smith, Matthew J" userId="836e356e-d795-469a-a9c4-953c89126bf8" providerId="ADAL" clId="{0CA10307-A254-4D91-9B4F-D6EE6CB648CE}" dt="2026-04-16T13:38:35.554" v="1571" actId="20577"/>
          <ac:spMkLst>
            <pc:docMk/>
            <pc:sldMk cId="3432239395" sldId="266"/>
            <ac:spMk id="3" creationId="{51759E92-1201-C82D-E233-84870E63BBAD}"/>
          </ac:spMkLst>
        </pc:spChg>
        <pc:spChg chg="add mod">
          <ac:chgData name="Smith, Matthew J" userId="836e356e-d795-469a-a9c4-953c89126bf8" providerId="ADAL" clId="{0CA10307-A254-4D91-9B4F-D6EE6CB648CE}" dt="2026-04-15T18:42:21.361" v="734"/>
          <ac:spMkLst>
            <pc:docMk/>
            <pc:sldMk cId="3432239395" sldId="266"/>
            <ac:spMk id="4" creationId="{C99C225F-DA81-BE5B-023C-AC6053259868}"/>
          </ac:spMkLst>
        </pc:spChg>
        <pc:spChg chg="add mod">
          <ac:chgData name="Smith, Matthew J" userId="836e356e-d795-469a-a9c4-953c89126bf8" providerId="ADAL" clId="{0CA10307-A254-4D91-9B4F-D6EE6CB648CE}" dt="2026-04-15T19:40:30.240" v="1084"/>
          <ac:spMkLst>
            <pc:docMk/>
            <pc:sldMk cId="3432239395" sldId="266"/>
            <ac:spMk id="7" creationId="{00608E21-69DA-23CE-0368-400240F28483}"/>
          </ac:spMkLst>
        </pc:spChg>
        <pc:spChg chg="add">
          <ac:chgData name="Smith, Matthew J" userId="836e356e-d795-469a-a9c4-953c89126bf8" providerId="ADAL" clId="{0CA10307-A254-4D91-9B4F-D6EE6CB648CE}" dt="2026-04-15T18:43:13.263" v="749" actId="26606"/>
          <ac:spMkLst>
            <pc:docMk/>
            <pc:sldMk cId="3432239395" sldId="266"/>
            <ac:spMk id="11" creationId="{D7A453D2-15D8-4403-815F-291FA16340D9}"/>
          </ac:spMkLst>
        </pc:spChg>
        <pc:spChg chg="add">
          <ac:chgData name="Smith, Matthew J" userId="836e356e-d795-469a-a9c4-953c89126bf8" providerId="ADAL" clId="{0CA10307-A254-4D91-9B4F-D6EE6CB648CE}" dt="2026-04-15T18:43:13.263" v="749" actId="26606"/>
          <ac:spMkLst>
            <pc:docMk/>
            <pc:sldMk cId="3432239395" sldId="266"/>
            <ac:spMk id="13" creationId="{8161EA6B-09CA-445B-AB0D-8DF76FA92DEF}"/>
          </ac:spMkLst>
        </pc:spChg>
        <pc:spChg chg="add">
          <ac:chgData name="Smith, Matthew J" userId="836e356e-d795-469a-a9c4-953c89126bf8" providerId="ADAL" clId="{0CA10307-A254-4D91-9B4F-D6EE6CB648CE}" dt="2026-04-15T18:43:13.263" v="749" actId="26606"/>
          <ac:spMkLst>
            <pc:docMk/>
            <pc:sldMk cId="3432239395" sldId="266"/>
            <ac:spMk id="23" creationId="{B8114C98-A349-4111-A123-E8EAB86ABE30}"/>
          </ac:spMkLst>
        </pc:spChg>
        <pc:spChg chg="add">
          <ac:chgData name="Smith, Matthew J" userId="836e356e-d795-469a-a9c4-953c89126bf8" providerId="ADAL" clId="{0CA10307-A254-4D91-9B4F-D6EE6CB648CE}" dt="2026-04-15T18:43:13.263" v="749" actId="26606"/>
          <ac:spMkLst>
            <pc:docMk/>
            <pc:sldMk cId="3432239395" sldId="266"/>
            <ac:spMk id="31" creationId="{E2D3D3F2-ABBB-4453-B1C5-1BEBF7E4DD56}"/>
          </ac:spMkLst>
        </pc:spChg>
        <pc:spChg chg="add">
          <ac:chgData name="Smith, Matthew J" userId="836e356e-d795-469a-a9c4-953c89126bf8" providerId="ADAL" clId="{0CA10307-A254-4D91-9B4F-D6EE6CB648CE}" dt="2026-04-15T18:43:13.263" v="749" actId="26606"/>
          <ac:spMkLst>
            <pc:docMk/>
            <pc:sldMk cId="3432239395" sldId="266"/>
            <ac:spMk id="45" creationId="{773AEA78-C03B-40B7-9D11-DC022119D577}"/>
          </ac:spMkLst>
        </pc:spChg>
        <pc:grpChg chg="add">
          <ac:chgData name="Smith, Matthew J" userId="836e356e-d795-469a-a9c4-953c89126bf8" providerId="ADAL" clId="{0CA10307-A254-4D91-9B4F-D6EE6CB648CE}" dt="2026-04-15T18:43:13.263" v="749" actId="26606"/>
          <ac:grpSpMkLst>
            <pc:docMk/>
            <pc:sldMk cId="3432239395" sldId="266"/>
            <ac:grpSpMk id="25" creationId="{670FB431-AE18-414D-92F4-1D12D1991152}"/>
          </ac:grpSpMkLst>
        </pc:grpChg>
        <pc:grpChg chg="add">
          <ac:chgData name="Smith, Matthew J" userId="836e356e-d795-469a-a9c4-953c89126bf8" providerId="ADAL" clId="{0CA10307-A254-4D91-9B4F-D6EE6CB648CE}" dt="2026-04-15T18:43:13.263" v="749" actId="26606"/>
          <ac:grpSpMkLst>
            <pc:docMk/>
            <pc:sldMk cId="3432239395" sldId="266"/>
            <ac:grpSpMk id="39" creationId="{1F4E1649-4D1F-4A91-AF97-A254BFDD524D}"/>
          </ac:grpSpMkLst>
        </pc:grpChg>
        <pc:picChg chg="add mod">
          <ac:chgData name="Smith, Matthew J" userId="836e356e-d795-469a-a9c4-953c89126bf8" providerId="ADAL" clId="{0CA10307-A254-4D91-9B4F-D6EE6CB648CE}" dt="2026-04-15T18:43:13.263" v="749" actId="26606"/>
          <ac:picMkLst>
            <pc:docMk/>
            <pc:sldMk cId="3432239395" sldId="266"/>
            <ac:picMk id="6" creationId="{FF846518-EE41-6DBB-C669-26A9E48CCCD9}"/>
          </ac:picMkLst>
        </pc:picChg>
      </pc:sldChg>
      <pc:sldChg chg="modSp add del mod">
        <pc:chgData name="Smith, Matthew J" userId="836e356e-d795-469a-a9c4-953c89126bf8" providerId="ADAL" clId="{0CA10307-A254-4D91-9B4F-D6EE6CB648CE}" dt="2026-04-15T18:41:30.254" v="730" actId="47"/>
        <pc:sldMkLst>
          <pc:docMk/>
          <pc:sldMk cId="673289612" sldId="267"/>
        </pc:sldMkLst>
      </pc:sldChg>
      <pc:sldChg chg="addSp delSp modSp new mod ord setBg">
        <pc:chgData name="Smith, Matthew J" userId="836e356e-d795-469a-a9c4-953c89126bf8" providerId="ADAL" clId="{0CA10307-A254-4D91-9B4F-D6EE6CB648CE}" dt="2026-04-16T18:10:00.146" v="1682"/>
        <pc:sldMkLst>
          <pc:docMk/>
          <pc:sldMk cId="3968723007" sldId="268"/>
        </pc:sldMkLst>
        <pc:spChg chg="mod">
          <ac:chgData name="Smith, Matthew J" userId="836e356e-d795-469a-a9c4-953c89126bf8" providerId="ADAL" clId="{0CA10307-A254-4D91-9B4F-D6EE6CB648CE}" dt="2026-04-15T18:47:46.596" v="767" actId="26606"/>
          <ac:spMkLst>
            <pc:docMk/>
            <pc:sldMk cId="3968723007" sldId="268"/>
            <ac:spMk id="2" creationId="{71A041DB-4821-99D0-02CD-5DDA5B7DEA4E}"/>
          </ac:spMkLst>
        </pc:spChg>
        <pc:spChg chg="del mod">
          <ac:chgData name="Smith, Matthew J" userId="836e356e-d795-469a-a9c4-953c89126bf8" providerId="ADAL" clId="{0CA10307-A254-4D91-9B4F-D6EE6CB648CE}" dt="2026-04-15T18:46:45.467" v="758" actId="3680"/>
          <ac:spMkLst>
            <pc:docMk/>
            <pc:sldMk cId="3968723007" sldId="268"/>
            <ac:spMk id="3" creationId="{6E99B9D1-BFF6-18B8-4634-DAD3A74C32B9}"/>
          </ac:spMkLst>
        </pc:spChg>
        <pc:spChg chg="add">
          <ac:chgData name="Smith, Matthew J" userId="836e356e-d795-469a-a9c4-953c89126bf8" providerId="ADAL" clId="{0CA10307-A254-4D91-9B4F-D6EE6CB648CE}" dt="2026-04-15T18:47:14.775" v="762"/>
          <ac:spMkLst>
            <pc:docMk/>
            <pc:sldMk cId="3968723007" sldId="268"/>
            <ac:spMk id="5" creationId="{D1AE7A99-5E73-69FE-84A6-11DE484C392A}"/>
          </ac:spMkLst>
        </pc:spChg>
        <pc:spChg chg="add mod">
          <ac:chgData name="Smith, Matthew J" userId="836e356e-d795-469a-a9c4-953c89126bf8" providerId="ADAL" clId="{0CA10307-A254-4D91-9B4F-D6EE6CB648CE}" dt="2026-04-15T20:51:40.080" v="1556" actId="20577"/>
          <ac:spMkLst>
            <pc:docMk/>
            <pc:sldMk cId="3968723007" sldId="268"/>
            <ac:spMk id="6" creationId="{2295B33A-57FF-57B1-967C-F9A874F2D2E9}"/>
          </ac:spMkLst>
        </pc:spChg>
        <pc:spChg chg="add">
          <ac:chgData name="Smith, Matthew J" userId="836e356e-d795-469a-a9c4-953c89126bf8" providerId="ADAL" clId="{0CA10307-A254-4D91-9B4F-D6EE6CB648CE}" dt="2026-04-15T18:47:25.774" v="764"/>
          <ac:spMkLst>
            <pc:docMk/>
            <pc:sldMk cId="3968723007" sldId="268"/>
            <ac:spMk id="7" creationId="{AB40A491-F2F7-F6AA-A5C6-328E58067937}"/>
          </ac:spMkLst>
        </pc:spChg>
        <pc:spChg chg="add mod">
          <ac:chgData name="Smith, Matthew J" userId="836e356e-d795-469a-a9c4-953c89126bf8" providerId="ADAL" clId="{0CA10307-A254-4D91-9B4F-D6EE6CB648CE}" dt="2026-04-15T18:48:36.988" v="787" actId="20577"/>
          <ac:spMkLst>
            <pc:docMk/>
            <pc:sldMk cId="3968723007" sldId="268"/>
            <ac:spMk id="9" creationId="{5ADD40C2-335C-2849-25F7-2A7F08BA6F4D}"/>
          </ac:spMkLst>
        </pc:spChg>
        <pc:spChg chg="add mod">
          <ac:chgData name="Smith, Matthew J" userId="836e356e-d795-469a-a9c4-953c89126bf8" providerId="ADAL" clId="{0CA10307-A254-4D91-9B4F-D6EE6CB648CE}" dt="2026-04-15T19:42:10.931" v="1109" actId="20577"/>
          <ac:spMkLst>
            <pc:docMk/>
            <pc:sldMk cId="3968723007" sldId="268"/>
            <ac:spMk id="10" creationId="{14215537-F7DA-0E17-EFF3-DC71147F9E00}"/>
          </ac:spMkLst>
        </pc:spChg>
        <pc:spChg chg="add">
          <ac:chgData name="Smith, Matthew J" userId="836e356e-d795-469a-a9c4-953c89126bf8" providerId="ADAL" clId="{0CA10307-A254-4D91-9B4F-D6EE6CB648CE}" dt="2026-04-15T18:47:46.596" v="767" actId="26606"/>
          <ac:spMkLst>
            <pc:docMk/>
            <pc:sldMk cId="3968723007" sldId="268"/>
            <ac:spMk id="11" creationId="{D7A453D2-15D8-4403-815F-291FA16340D9}"/>
          </ac:spMkLst>
        </pc:spChg>
        <pc:spChg chg="add">
          <ac:chgData name="Smith, Matthew J" userId="836e356e-d795-469a-a9c4-953c89126bf8" providerId="ADAL" clId="{0CA10307-A254-4D91-9B4F-D6EE6CB648CE}" dt="2026-04-15T18:47:46.596" v="767" actId="26606"/>
          <ac:spMkLst>
            <pc:docMk/>
            <pc:sldMk cId="3968723007" sldId="268"/>
            <ac:spMk id="13" creationId="{8161EA6B-09CA-445B-AB0D-8DF76FA92DEF}"/>
          </ac:spMkLst>
        </pc:spChg>
        <pc:spChg chg="add">
          <ac:chgData name="Smith, Matthew J" userId="836e356e-d795-469a-a9c4-953c89126bf8" providerId="ADAL" clId="{0CA10307-A254-4D91-9B4F-D6EE6CB648CE}" dt="2026-04-15T18:47:46.596" v="767" actId="26606"/>
          <ac:spMkLst>
            <pc:docMk/>
            <pc:sldMk cId="3968723007" sldId="268"/>
            <ac:spMk id="23" creationId="{B8114C98-A349-4111-A123-E8EAB86ABE30}"/>
          </ac:spMkLst>
        </pc:spChg>
        <pc:spChg chg="add">
          <ac:chgData name="Smith, Matthew J" userId="836e356e-d795-469a-a9c4-953c89126bf8" providerId="ADAL" clId="{0CA10307-A254-4D91-9B4F-D6EE6CB648CE}" dt="2026-04-15T18:47:46.596" v="767" actId="26606"/>
          <ac:spMkLst>
            <pc:docMk/>
            <pc:sldMk cId="3968723007" sldId="268"/>
            <ac:spMk id="31" creationId="{E2D3D3F2-ABBB-4453-B1C5-1BEBF7E4DD56}"/>
          </ac:spMkLst>
        </pc:spChg>
        <pc:spChg chg="add">
          <ac:chgData name="Smith, Matthew J" userId="836e356e-d795-469a-a9c4-953c89126bf8" providerId="ADAL" clId="{0CA10307-A254-4D91-9B4F-D6EE6CB648CE}" dt="2026-04-15T18:47:46.596" v="767" actId="26606"/>
          <ac:spMkLst>
            <pc:docMk/>
            <pc:sldMk cId="3968723007" sldId="268"/>
            <ac:spMk id="45" creationId="{773AEA78-C03B-40B7-9D11-DC022119D577}"/>
          </ac:spMkLst>
        </pc:spChg>
        <pc:grpChg chg="add">
          <ac:chgData name="Smith, Matthew J" userId="836e356e-d795-469a-a9c4-953c89126bf8" providerId="ADAL" clId="{0CA10307-A254-4D91-9B4F-D6EE6CB648CE}" dt="2026-04-15T18:47:46.596" v="767" actId="26606"/>
          <ac:grpSpMkLst>
            <pc:docMk/>
            <pc:sldMk cId="3968723007" sldId="268"/>
            <ac:grpSpMk id="15" creationId="{913B067F-3154-4968-A886-DF93A787EC44}"/>
          </ac:grpSpMkLst>
        </pc:grpChg>
        <pc:grpChg chg="add">
          <ac:chgData name="Smith, Matthew J" userId="836e356e-d795-469a-a9c4-953c89126bf8" providerId="ADAL" clId="{0CA10307-A254-4D91-9B4F-D6EE6CB648CE}" dt="2026-04-15T18:47:46.596" v="767" actId="26606"/>
          <ac:grpSpMkLst>
            <pc:docMk/>
            <pc:sldMk cId="3968723007" sldId="268"/>
            <ac:grpSpMk id="25" creationId="{670FB431-AE18-414D-92F4-1D12D1991152}"/>
          </ac:grpSpMkLst>
        </pc:grpChg>
        <pc:graphicFrameChg chg="add mod ord modGraphic">
          <ac:chgData name="Smith, Matthew J" userId="836e356e-d795-469a-a9c4-953c89126bf8" providerId="ADAL" clId="{0CA10307-A254-4D91-9B4F-D6EE6CB648CE}" dt="2026-04-15T20:51:33.824" v="1553" actId="20577"/>
          <ac:graphicFrameMkLst>
            <pc:docMk/>
            <pc:sldMk cId="3968723007" sldId="268"/>
            <ac:graphicFrameMk id="4" creationId="{1F18C0DC-68F4-F0B6-726C-585ACD2DEAB8}"/>
          </ac:graphicFrameMkLst>
        </pc:graphicFrameChg>
        <pc:picChg chg="add mod">
          <ac:chgData name="Smith, Matthew J" userId="836e356e-d795-469a-a9c4-953c89126bf8" providerId="ADAL" clId="{0CA10307-A254-4D91-9B4F-D6EE6CB648CE}" dt="2026-04-15T18:48:13.172" v="769"/>
          <ac:picMkLst>
            <pc:docMk/>
            <pc:sldMk cId="3968723007" sldId="268"/>
            <ac:picMk id="8" creationId="{11AF8326-471C-1A73-AFF5-3ADE5181AF2E}"/>
          </ac:picMkLst>
        </pc:picChg>
      </pc:sldChg>
      <pc:sldChg chg="addSp delSp modSp add mod setBg">
        <pc:chgData name="Smith, Matthew J" userId="836e356e-d795-469a-a9c4-953c89126bf8" providerId="ADAL" clId="{0CA10307-A254-4D91-9B4F-D6EE6CB648CE}" dt="2026-04-16T13:40:28.319" v="1578" actId="20577"/>
        <pc:sldMkLst>
          <pc:docMk/>
          <pc:sldMk cId="2493880171" sldId="269"/>
        </pc:sldMkLst>
        <pc:spChg chg="mod">
          <ac:chgData name="Smith, Matthew J" userId="836e356e-d795-469a-a9c4-953c89126bf8" providerId="ADAL" clId="{0CA10307-A254-4D91-9B4F-D6EE6CB648CE}" dt="2026-04-15T18:54:29.940" v="799" actId="26606"/>
          <ac:spMkLst>
            <pc:docMk/>
            <pc:sldMk cId="2493880171" sldId="269"/>
            <ac:spMk id="2" creationId="{2982FFC2-F5A9-5E9C-150E-9B95EF40B994}"/>
          </ac:spMkLst>
        </pc:spChg>
        <pc:spChg chg="add del mod">
          <ac:chgData name="Smith, Matthew J" userId="836e356e-d795-469a-a9c4-953c89126bf8" providerId="ADAL" clId="{0CA10307-A254-4D91-9B4F-D6EE6CB648CE}" dt="2026-04-16T13:40:28.319" v="1578" actId="20577"/>
          <ac:spMkLst>
            <pc:docMk/>
            <pc:sldMk cId="2493880171" sldId="269"/>
            <ac:spMk id="3" creationId="{4E69E89C-DDBD-EC51-84DA-BA2F8DFE9119}"/>
          </ac:spMkLst>
        </pc:spChg>
        <pc:spChg chg="add mod">
          <ac:chgData name="Smith, Matthew J" userId="836e356e-d795-469a-a9c4-953c89126bf8" providerId="ADAL" clId="{0CA10307-A254-4D91-9B4F-D6EE6CB648CE}" dt="2026-04-15T18:52:26.579" v="793"/>
          <ac:spMkLst>
            <pc:docMk/>
            <pc:sldMk cId="2493880171" sldId="269"/>
            <ac:spMk id="4" creationId="{B2D436FB-C004-9F47-BF6F-44A7AA578D62}"/>
          </ac:spMkLst>
        </pc:spChg>
        <pc:spChg chg="add mod">
          <ac:chgData name="Smith, Matthew J" userId="836e356e-d795-469a-a9c4-953c89126bf8" providerId="ADAL" clId="{0CA10307-A254-4D91-9B4F-D6EE6CB648CE}" dt="2026-04-15T19:00:14.528" v="815" actId="1076"/>
          <ac:spMkLst>
            <pc:docMk/>
            <pc:sldMk cId="2493880171" sldId="269"/>
            <ac:spMk id="8" creationId="{2FF8E2F6-6D66-1940-38A8-6401615DE29F}"/>
          </ac:spMkLst>
        </pc:spChg>
        <pc:spChg chg="add">
          <ac:chgData name="Smith, Matthew J" userId="836e356e-d795-469a-a9c4-953c89126bf8" providerId="ADAL" clId="{0CA10307-A254-4D91-9B4F-D6EE6CB648CE}" dt="2026-04-15T18:54:29.940" v="799" actId="26606"/>
          <ac:spMkLst>
            <pc:docMk/>
            <pc:sldMk cId="2493880171" sldId="269"/>
            <ac:spMk id="11" creationId="{058A14AF-9FB5-4CC7-BA35-E8E85D3EDF0E}"/>
          </ac:spMkLst>
        </pc:spChg>
        <pc:spChg chg="add">
          <ac:chgData name="Smith, Matthew J" userId="836e356e-d795-469a-a9c4-953c89126bf8" providerId="ADAL" clId="{0CA10307-A254-4D91-9B4F-D6EE6CB648CE}" dt="2026-04-15T18:54:29.940" v="799" actId="26606"/>
          <ac:spMkLst>
            <pc:docMk/>
            <pc:sldMk cId="2493880171" sldId="269"/>
            <ac:spMk id="13" creationId="{3A9A4357-BD1D-4622-A4FE-766E6AB8DE84}"/>
          </ac:spMkLst>
        </pc:spChg>
        <pc:spChg chg="add">
          <ac:chgData name="Smith, Matthew J" userId="836e356e-d795-469a-a9c4-953c89126bf8" providerId="ADAL" clId="{0CA10307-A254-4D91-9B4F-D6EE6CB648CE}" dt="2026-04-15T18:54:29.940" v="799" actId="26606"/>
          <ac:spMkLst>
            <pc:docMk/>
            <pc:sldMk cId="2493880171" sldId="269"/>
            <ac:spMk id="15" creationId="{E659831F-0D9A-4C63-9EBB-8435B85A440F}"/>
          </ac:spMkLst>
        </pc:spChg>
        <pc:spChg chg="add">
          <ac:chgData name="Smith, Matthew J" userId="836e356e-d795-469a-a9c4-953c89126bf8" providerId="ADAL" clId="{0CA10307-A254-4D91-9B4F-D6EE6CB648CE}" dt="2026-04-15T18:54:29.940" v="799" actId="26606"/>
          <ac:spMkLst>
            <pc:docMk/>
            <pc:sldMk cId="2493880171" sldId="269"/>
            <ac:spMk id="17" creationId="{E6995CE5-F890-4ABA-82A2-26507CE8D2A3}"/>
          </ac:spMkLst>
        </pc:spChg>
        <pc:picChg chg="add mod">
          <ac:chgData name="Smith, Matthew J" userId="836e356e-d795-469a-a9c4-953c89126bf8" providerId="ADAL" clId="{0CA10307-A254-4D91-9B4F-D6EE6CB648CE}" dt="2026-04-15T18:54:29.940" v="799" actId="26606"/>
          <ac:picMkLst>
            <pc:docMk/>
            <pc:sldMk cId="2493880171" sldId="269"/>
            <ac:picMk id="6" creationId="{B01275F4-052E-7A9E-8DDC-510618CFC858}"/>
          </ac:picMkLst>
        </pc:picChg>
        <pc:picChg chg="add mod">
          <ac:chgData name="Smith, Matthew J" userId="836e356e-d795-469a-a9c4-953c89126bf8" providerId="ADAL" clId="{0CA10307-A254-4D91-9B4F-D6EE6CB648CE}" dt="2026-04-15T19:00:14.528" v="815" actId="1076"/>
          <ac:picMkLst>
            <pc:docMk/>
            <pc:sldMk cId="2493880171" sldId="269"/>
            <ac:picMk id="7" creationId="{4702B7C3-DC7C-365A-5366-0CCE2EDFA648}"/>
          </ac:picMkLst>
        </pc:picChg>
      </pc:sldChg>
      <pc:sldChg chg="addSp delSp modSp add mod ord setBg">
        <pc:chgData name="Smith, Matthew J" userId="836e356e-d795-469a-a9c4-953c89126bf8" providerId="ADAL" clId="{0CA10307-A254-4D91-9B4F-D6EE6CB648CE}" dt="2026-04-16T18:10:00.708" v="1684"/>
        <pc:sldMkLst>
          <pc:docMk/>
          <pc:sldMk cId="940263113" sldId="270"/>
        </pc:sldMkLst>
        <pc:spChg chg="mod">
          <ac:chgData name="Smith, Matthew J" userId="836e356e-d795-469a-a9c4-953c89126bf8" providerId="ADAL" clId="{0CA10307-A254-4D91-9B4F-D6EE6CB648CE}" dt="2026-04-15T19:02:28.339" v="828" actId="26606"/>
          <ac:spMkLst>
            <pc:docMk/>
            <pc:sldMk cId="940263113" sldId="270"/>
            <ac:spMk id="2" creationId="{A1DF57B1-D231-6328-881E-2E69A6D366B0}"/>
          </ac:spMkLst>
        </pc:spChg>
        <pc:spChg chg="add del mod">
          <ac:chgData name="Smith, Matthew J" userId="836e356e-d795-469a-a9c4-953c89126bf8" providerId="ADAL" clId="{0CA10307-A254-4D91-9B4F-D6EE6CB648CE}" dt="2026-04-16T13:44:02.667" v="1606" actId="113"/>
          <ac:spMkLst>
            <pc:docMk/>
            <pc:sldMk cId="940263113" sldId="270"/>
            <ac:spMk id="3" creationId="{4D26F384-1614-BCA6-DDD7-D6237D0637CE}"/>
          </ac:spMkLst>
        </pc:spChg>
        <pc:spChg chg="add del mod">
          <ac:chgData name="Smith, Matthew J" userId="836e356e-d795-469a-a9c4-953c89126bf8" providerId="ADAL" clId="{0CA10307-A254-4D91-9B4F-D6EE6CB648CE}" dt="2026-04-15T19:00:27.770" v="817" actId="478"/>
          <ac:spMkLst>
            <pc:docMk/>
            <pc:sldMk cId="940263113" sldId="270"/>
            <ac:spMk id="5" creationId="{688B60A9-03F5-33D6-CEB5-2F65BF671B38}"/>
          </ac:spMkLst>
        </pc:spChg>
        <pc:spChg chg="add mod">
          <ac:chgData name="Smith, Matthew J" userId="836e356e-d795-469a-a9c4-953c89126bf8" providerId="ADAL" clId="{0CA10307-A254-4D91-9B4F-D6EE6CB648CE}" dt="2026-04-15T19:01:47.820" v="822"/>
          <ac:spMkLst>
            <pc:docMk/>
            <pc:sldMk cId="940263113" sldId="270"/>
            <ac:spMk id="6" creationId="{48F80AF5-F48D-B2E9-9BC6-4B56DB2A053D}"/>
          </ac:spMkLst>
        </pc:spChg>
        <pc:spChg chg="add mod">
          <ac:chgData name="Smith, Matthew J" userId="836e356e-d795-469a-a9c4-953c89126bf8" providerId="ADAL" clId="{0CA10307-A254-4D91-9B4F-D6EE6CB648CE}" dt="2026-04-15T19:03:02.576" v="832"/>
          <ac:spMkLst>
            <pc:docMk/>
            <pc:sldMk cId="940263113" sldId="270"/>
            <ac:spMk id="9" creationId="{67616F12-7F98-F4A5-D1B2-D88DFE34D94A}"/>
          </ac:spMkLst>
        </pc:spChg>
        <pc:spChg chg="add">
          <ac:chgData name="Smith, Matthew J" userId="836e356e-d795-469a-a9c4-953c89126bf8" providerId="ADAL" clId="{0CA10307-A254-4D91-9B4F-D6EE6CB648CE}" dt="2026-04-15T19:02:28.339" v="828" actId="26606"/>
          <ac:spMkLst>
            <pc:docMk/>
            <pc:sldMk cId="940263113" sldId="270"/>
            <ac:spMk id="10" creationId="{058A14AF-9FB5-4CC7-BA35-E8E85D3EDF0E}"/>
          </ac:spMkLst>
        </pc:spChg>
        <pc:spChg chg="add">
          <ac:chgData name="Smith, Matthew J" userId="836e356e-d795-469a-a9c4-953c89126bf8" providerId="ADAL" clId="{0CA10307-A254-4D91-9B4F-D6EE6CB648CE}" dt="2026-04-15T19:02:28.339" v="828" actId="26606"/>
          <ac:spMkLst>
            <pc:docMk/>
            <pc:sldMk cId="940263113" sldId="270"/>
            <ac:spMk id="12" creationId="{3A9A4357-BD1D-4622-A4FE-766E6AB8DE84}"/>
          </ac:spMkLst>
        </pc:spChg>
        <pc:spChg chg="add">
          <ac:chgData name="Smith, Matthew J" userId="836e356e-d795-469a-a9c4-953c89126bf8" providerId="ADAL" clId="{0CA10307-A254-4D91-9B4F-D6EE6CB648CE}" dt="2026-04-15T19:02:28.339" v="828" actId="26606"/>
          <ac:spMkLst>
            <pc:docMk/>
            <pc:sldMk cId="940263113" sldId="270"/>
            <ac:spMk id="14" creationId="{E659831F-0D9A-4C63-9EBB-8435B85A440F}"/>
          </ac:spMkLst>
        </pc:spChg>
        <pc:spChg chg="add">
          <ac:chgData name="Smith, Matthew J" userId="836e356e-d795-469a-a9c4-953c89126bf8" providerId="ADAL" clId="{0CA10307-A254-4D91-9B4F-D6EE6CB648CE}" dt="2026-04-15T19:02:28.339" v="828" actId="26606"/>
          <ac:spMkLst>
            <pc:docMk/>
            <pc:sldMk cId="940263113" sldId="270"/>
            <ac:spMk id="16" creationId="{E6995CE5-F890-4ABA-82A2-26507CE8D2A3}"/>
          </ac:spMkLst>
        </pc:spChg>
        <pc:picChg chg="add del mod">
          <ac:chgData name="Smith, Matthew J" userId="836e356e-d795-469a-a9c4-953c89126bf8" providerId="ADAL" clId="{0CA10307-A254-4D91-9B4F-D6EE6CB648CE}" dt="2026-04-15T19:00:28.234" v="818" actId="478"/>
          <ac:picMkLst>
            <pc:docMk/>
            <pc:sldMk cId="940263113" sldId="270"/>
            <ac:picMk id="4" creationId="{E171D988-55A7-73FD-8A93-40CD5F24D621}"/>
          </ac:picMkLst>
        </pc:picChg>
        <pc:picChg chg="add">
          <ac:chgData name="Smith, Matthew J" userId="836e356e-d795-469a-a9c4-953c89126bf8" providerId="ADAL" clId="{0CA10307-A254-4D91-9B4F-D6EE6CB648CE}" dt="2026-04-15T19:02:28.339" v="828" actId="26606"/>
          <ac:picMkLst>
            <pc:docMk/>
            <pc:sldMk cId="940263113" sldId="270"/>
            <ac:picMk id="7" creationId="{87ADE691-4F10-934C-A66A-49CAD9B49394}"/>
          </ac:picMkLst>
        </pc:picChg>
        <pc:picChg chg="add mod">
          <ac:chgData name="Smith, Matthew J" userId="836e356e-d795-469a-a9c4-953c89126bf8" providerId="ADAL" clId="{0CA10307-A254-4D91-9B4F-D6EE6CB648CE}" dt="2026-04-15T19:02:40.840" v="829"/>
          <ac:picMkLst>
            <pc:docMk/>
            <pc:sldMk cId="940263113" sldId="270"/>
            <ac:picMk id="8" creationId="{A20AF21D-0366-4E2F-8A0D-82D24FB3233E}"/>
          </ac:picMkLst>
        </pc:picChg>
      </pc:sldChg>
      <pc:sldChg chg="addSp delSp modSp new mod setBg">
        <pc:chgData name="Smith, Matthew J" userId="836e356e-d795-469a-a9c4-953c89126bf8" providerId="ADAL" clId="{0CA10307-A254-4D91-9B4F-D6EE6CB648CE}" dt="2026-04-16T13:45:41.868" v="1625" actId="20577"/>
        <pc:sldMkLst>
          <pc:docMk/>
          <pc:sldMk cId="2414753786" sldId="273"/>
        </pc:sldMkLst>
        <pc:spChg chg="mod">
          <ac:chgData name="Smith, Matthew J" userId="836e356e-d795-469a-a9c4-953c89126bf8" providerId="ADAL" clId="{0CA10307-A254-4D91-9B4F-D6EE6CB648CE}" dt="2026-04-15T19:21:47.253" v="907" actId="26606"/>
          <ac:spMkLst>
            <pc:docMk/>
            <pc:sldMk cId="2414753786" sldId="273"/>
            <ac:spMk id="2" creationId="{ABF49B18-35B2-B7B0-C788-EA648A499082}"/>
          </ac:spMkLst>
        </pc:spChg>
        <pc:spChg chg="add del mod">
          <ac:chgData name="Smith, Matthew J" userId="836e356e-d795-469a-a9c4-953c89126bf8" providerId="ADAL" clId="{0CA10307-A254-4D91-9B4F-D6EE6CB648CE}" dt="2026-04-16T13:45:41.868" v="1625" actId="20577"/>
          <ac:spMkLst>
            <pc:docMk/>
            <pc:sldMk cId="2414753786" sldId="273"/>
            <ac:spMk id="3" creationId="{24F0433F-4391-06C2-C6B7-928C2DA9D245}"/>
          </ac:spMkLst>
        </pc:spChg>
        <pc:spChg chg="add mod">
          <ac:chgData name="Smith, Matthew J" userId="836e356e-d795-469a-a9c4-953c89126bf8" providerId="ADAL" clId="{0CA10307-A254-4D91-9B4F-D6EE6CB648CE}" dt="2026-04-15T19:21:08.975" v="899"/>
          <ac:spMkLst>
            <pc:docMk/>
            <pc:sldMk cId="2414753786" sldId="273"/>
            <ac:spMk id="4" creationId="{823C82CC-0C7B-578B-8D7B-1C4C346B5B02}"/>
          </ac:spMkLst>
        </pc:spChg>
        <pc:spChg chg="add mod">
          <ac:chgData name="Smith, Matthew J" userId="836e356e-d795-469a-a9c4-953c89126bf8" providerId="ADAL" clId="{0CA10307-A254-4D91-9B4F-D6EE6CB648CE}" dt="2026-04-15T19:27:13.114" v="951"/>
          <ac:spMkLst>
            <pc:docMk/>
            <pc:sldMk cId="2414753786" sldId="273"/>
            <ac:spMk id="6" creationId="{649B4C86-064A-B103-7D36-508815BC6E3B}"/>
          </ac:spMkLst>
        </pc:spChg>
        <pc:spChg chg="add del">
          <ac:chgData name="Smith, Matthew J" userId="836e356e-d795-469a-a9c4-953c89126bf8" providerId="ADAL" clId="{0CA10307-A254-4D91-9B4F-D6EE6CB648CE}" dt="2026-04-15T19:21:47.246" v="906" actId="26606"/>
          <ac:spMkLst>
            <pc:docMk/>
            <pc:sldMk cId="2414753786" sldId="273"/>
            <ac:spMk id="10" creationId="{058A14AF-9FB5-4CC7-BA35-E8E85D3EDF0E}"/>
          </ac:spMkLst>
        </pc:spChg>
        <pc:spChg chg="add del">
          <ac:chgData name="Smith, Matthew J" userId="836e356e-d795-469a-a9c4-953c89126bf8" providerId="ADAL" clId="{0CA10307-A254-4D91-9B4F-D6EE6CB648CE}" dt="2026-04-15T19:21:47.246" v="906" actId="26606"/>
          <ac:spMkLst>
            <pc:docMk/>
            <pc:sldMk cId="2414753786" sldId="273"/>
            <ac:spMk id="12" creationId="{3A9A4357-BD1D-4622-A4FE-766E6AB8DE84}"/>
          </ac:spMkLst>
        </pc:spChg>
        <pc:spChg chg="add del">
          <ac:chgData name="Smith, Matthew J" userId="836e356e-d795-469a-a9c4-953c89126bf8" providerId="ADAL" clId="{0CA10307-A254-4D91-9B4F-D6EE6CB648CE}" dt="2026-04-15T19:21:47.246" v="906" actId="26606"/>
          <ac:spMkLst>
            <pc:docMk/>
            <pc:sldMk cId="2414753786" sldId="273"/>
            <ac:spMk id="14" creationId="{E659831F-0D9A-4C63-9EBB-8435B85A440F}"/>
          </ac:spMkLst>
        </pc:spChg>
        <pc:spChg chg="add del">
          <ac:chgData name="Smith, Matthew J" userId="836e356e-d795-469a-a9c4-953c89126bf8" providerId="ADAL" clId="{0CA10307-A254-4D91-9B4F-D6EE6CB648CE}" dt="2026-04-15T19:21:47.246" v="906" actId="26606"/>
          <ac:spMkLst>
            <pc:docMk/>
            <pc:sldMk cId="2414753786" sldId="273"/>
            <ac:spMk id="16" creationId="{E6995CE5-F890-4ABA-82A2-26507CE8D2A3}"/>
          </ac:spMkLst>
        </pc:spChg>
        <pc:spChg chg="add">
          <ac:chgData name="Smith, Matthew J" userId="836e356e-d795-469a-a9c4-953c89126bf8" providerId="ADAL" clId="{0CA10307-A254-4D91-9B4F-D6EE6CB648CE}" dt="2026-04-15T19:21:47.253" v="907" actId="26606"/>
          <ac:spMkLst>
            <pc:docMk/>
            <pc:sldMk cId="2414753786" sldId="273"/>
            <ac:spMk id="18" creationId="{058A14AF-9FB5-4CC7-BA35-E8E85D3EDF0E}"/>
          </ac:spMkLst>
        </pc:spChg>
        <pc:spChg chg="add">
          <ac:chgData name="Smith, Matthew J" userId="836e356e-d795-469a-a9c4-953c89126bf8" providerId="ADAL" clId="{0CA10307-A254-4D91-9B4F-D6EE6CB648CE}" dt="2026-04-15T19:21:47.253" v="907" actId="26606"/>
          <ac:spMkLst>
            <pc:docMk/>
            <pc:sldMk cId="2414753786" sldId="273"/>
            <ac:spMk id="19" creationId="{3A9A4357-BD1D-4622-A4FE-766E6AB8DE84}"/>
          </ac:spMkLst>
        </pc:spChg>
        <pc:spChg chg="add">
          <ac:chgData name="Smith, Matthew J" userId="836e356e-d795-469a-a9c4-953c89126bf8" providerId="ADAL" clId="{0CA10307-A254-4D91-9B4F-D6EE6CB648CE}" dt="2026-04-15T19:21:47.253" v="907" actId="26606"/>
          <ac:spMkLst>
            <pc:docMk/>
            <pc:sldMk cId="2414753786" sldId="273"/>
            <ac:spMk id="20" creationId="{E659831F-0D9A-4C63-9EBB-8435B85A440F}"/>
          </ac:spMkLst>
        </pc:spChg>
        <pc:spChg chg="add">
          <ac:chgData name="Smith, Matthew J" userId="836e356e-d795-469a-a9c4-953c89126bf8" providerId="ADAL" clId="{0CA10307-A254-4D91-9B4F-D6EE6CB648CE}" dt="2026-04-15T19:21:47.253" v="907" actId="26606"/>
          <ac:spMkLst>
            <pc:docMk/>
            <pc:sldMk cId="2414753786" sldId="273"/>
            <ac:spMk id="22" creationId="{E6995CE5-F890-4ABA-82A2-26507CE8D2A3}"/>
          </ac:spMkLst>
        </pc:spChg>
        <pc:picChg chg="add mod">
          <ac:chgData name="Smith, Matthew J" userId="836e356e-d795-469a-a9c4-953c89126bf8" providerId="ADAL" clId="{0CA10307-A254-4D91-9B4F-D6EE6CB648CE}" dt="2026-04-15T19:26:53.315" v="949"/>
          <ac:picMkLst>
            <pc:docMk/>
            <pc:sldMk cId="2414753786" sldId="273"/>
            <ac:picMk id="5" creationId="{96011D83-5281-837A-F42D-3778EE008A62}"/>
          </ac:picMkLst>
        </pc:picChg>
        <pc:picChg chg="add del">
          <ac:chgData name="Smith, Matthew J" userId="836e356e-d795-469a-a9c4-953c89126bf8" providerId="ADAL" clId="{0CA10307-A254-4D91-9B4F-D6EE6CB648CE}" dt="2026-04-15T19:21:47.246" v="906" actId="26606"/>
          <ac:picMkLst>
            <pc:docMk/>
            <pc:sldMk cId="2414753786" sldId="273"/>
            <ac:picMk id="7" creationId="{00ECD2F1-D300-F1EE-DE04-61BC89DD84E1}"/>
          </ac:picMkLst>
        </pc:picChg>
        <pc:picChg chg="add">
          <ac:chgData name="Smith, Matthew J" userId="836e356e-d795-469a-a9c4-953c89126bf8" providerId="ADAL" clId="{0CA10307-A254-4D91-9B4F-D6EE6CB648CE}" dt="2026-04-15T19:21:47.253" v="907" actId="26606"/>
          <ac:picMkLst>
            <pc:docMk/>
            <pc:sldMk cId="2414753786" sldId="273"/>
            <ac:picMk id="21" creationId="{A87EF2EA-03A1-BEA6-6D35-7A63683745F9}"/>
          </ac:picMkLst>
        </pc:picChg>
      </pc:sldChg>
      <pc:sldChg chg="addSp delSp modSp add mod setBg">
        <pc:chgData name="Smith, Matthew J" userId="836e356e-d795-469a-a9c4-953c89126bf8" providerId="ADAL" clId="{0CA10307-A254-4D91-9B4F-D6EE6CB648CE}" dt="2026-04-16T13:49:06.088" v="1660" actId="14100"/>
        <pc:sldMkLst>
          <pc:docMk/>
          <pc:sldMk cId="3500126133" sldId="274"/>
        </pc:sldMkLst>
        <pc:spChg chg="mod">
          <ac:chgData name="Smith, Matthew J" userId="836e356e-d795-469a-a9c4-953c89126bf8" providerId="ADAL" clId="{0CA10307-A254-4D91-9B4F-D6EE6CB648CE}" dt="2026-04-15T19:22:54.305" v="915" actId="26606"/>
          <ac:spMkLst>
            <pc:docMk/>
            <pc:sldMk cId="3500126133" sldId="274"/>
            <ac:spMk id="2" creationId="{C479F92D-CCEA-FAFD-C8F9-F06B48213DE2}"/>
          </ac:spMkLst>
        </pc:spChg>
        <pc:spChg chg="add del mod">
          <ac:chgData name="Smith, Matthew J" userId="836e356e-d795-469a-a9c4-953c89126bf8" providerId="ADAL" clId="{0CA10307-A254-4D91-9B4F-D6EE6CB648CE}" dt="2026-04-16T13:49:06.088" v="1660" actId="14100"/>
          <ac:spMkLst>
            <pc:docMk/>
            <pc:sldMk cId="3500126133" sldId="274"/>
            <ac:spMk id="3" creationId="{493DD7CB-A5A9-7301-580F-D147903B1231}"/>
          </ac:spMkLst>
        </pc:spChg>
        <pc:spChg chg="add mod">
          <ac:chgData name="Smith, Matthew J" userId="836e356e-d795-469a-a9c4-953c89126bf8" providerId="ADAL" clId="{0CA10307-A254-4D91-9B4F-D6EE6CB648CE}" dt="2026-04-15T19:22:19.842" v="910"/>
          <ac:spMkLst>
            <pc:docMk/>
            <pc:sldMk cId="3500126133" sldId="274"/>
            <ac:spMk id="4" creationId="{1BCE0ADA-B50F-EF92-BDF3-10331A028D8D}"/>
          </ac:spMkLst>
        </pc:spChg>
        <pc:spChg chg="add mod">
          <ac:chgData name="Smith, Matthew J" userId="836e356e-d795-469a-a9c4-953c89126bf8" providerId="ADAL" clId="{0CA10307-A254-4D91-9B4F-D6EE6CB648CE}" dt="2026-04-15T19:28:39.404" v="953"/>
          <ac:spMkLst>
            <pc:docMk/>
            <pc:sldMk cId="3500126133" sldId="274"/>
            <ac:spMk id="6" creationId="{4D3E816B-B976-CF9F-1EB1-056F2C04A83E}"/>
          </ac:spMkLst>
        </pc:spChg>
        <pc:spChg chg="add">
          <ac:chgData name="Smith, Matthew J" userId="836e356e-d795-469a-a9c4-953c89126bf8" providerId="ADAL" clId="{0CA10307-A254-4D91-9B4F-D6EE6CB648CE}" dt="2026-04-15T19:22:54.305" v="915" actId="26606"/>
          <ac:spMkLst>
            <pc:docMk/>
            <pc:sldMk cId="3500126133" sldId="274"/>
            <ac:spMk id="10" creationId="{058A14AF-9FB5-4CC7-BA35-E8E85D3EDF0E}"/>
          </ac:spMkLst>
        </pc:spChg>
        <pc:spChg chg="add">
          <ac:chgData name="Smith, Matthew J" userId="836e356e-d795-469a-a9c4-953c89126bf8" providerId="ADAL" clId="{0CA10307-A254-4D91-9B4F-D6EE6CB648CE}" dt="2026-04-15T19:22:54.305" v="915" actId="26606"/>
          <ac:spMkLst>
            <pc:docMk/>
            <pc:sldMk cId="3500126133" sldId="274"/>
            <ac:spMk id="12" creationId="{3A9A4357-BD1D-4622-A4FE-766E6AB8DE84}"/>
          </ac:spMkLst>
        </pc:spChg>
        <pc:spChg chg="add">
          <ac:chgData name="Smith, Matthew J" userId="836e356e-d795-469a-a9c4-953c89126bf8" providerId="ADAL" clId="{0CA10307-A254-4D91-9B4F-D6EE6CB648CE}" dt="2026-04-15T19:22:54.305" v="915" actId="26606"/>
          <ac:spMkLst>
            <pc:docMk/>
            <pc:sldMk cId="3500126133" sldId="274"/>
            <ac:spMk id="14" creationId="{E659831F-0D9A-4C63-9EBB-8435B85A440F}"/>
          </ac:spMkLst>
        </pc:spChg>
        <pc:spChg chg="add">
          <ac:chgData name="Smith, Matthew J" userId="836e356e-d795-469a-a9c4-953c89126bf8" providerId="ADAL" clId="{0CA10307-A254-4D91-9B4F-D6EE6CB648CE}" dt="2026-04-15T19:22:54.305" v="915" actId="26606"/>
          <ac:spMkLst>
            <pc:docMk/>
            <pc:sldMk cId="3500126133" sldId="274"/>
            <ac:spMk id="16" creationId="{E6995CE5-F890-4ABA-82A2-26507CE8D2A3}"/>
          </ac:spMkLst>
        </pc:spChg>
        <pc:picChg chg="add mod">
          <ac:chgData name="Smith, Matthew J" userId="836e356e-d795-469a-a9c4-953c89126bf8" providerId="ADAL" clId="{0CA10307-A254-4D91-9B4F-D6EE6CB648CE}" dt="2026-04-15T19:26:52.674" v="948"/>
          <ac:picMkLst>
            <pc:docMk/>
            <pc:sldMk cId="3500126133" sldId="274"/>
            <ac:picMk id="5" creationId="{6FCB9BA7-2479-5B08-F65E-F1D670DAE3AE}"/>
          </ac:picMkLst>
        </pc:picChg>
        <pc:picChg chg="add">
          <ac:chgData name="Smith, Matthew J" userId="836e356e-d795-469a-a9c4-953c89126bf8" providerId="ADAL" clId="{0CA10307-A254-4D91-9B4F-D6EE6CB648CE}" dt="2026-04-15T19:22:54.305" v="915" actId="26606"/>
          <ac:picMkLst>
            <pc:docMk/>
            <pc:sldMk cId="3500126133" sldId="274"/>
            <ac:picMk id="7" creationId="{C5096F20-4940-716A-8748-413EF4EE66D3}"/>
          </ac:picMkLst>
        </pc:picChg>
      </pc:sldChg>
      <pc:sldChg chg="addSp delSp modSp add mod setBg">
        <pc:chgData name="Smith, Matthew J" userId="836e356e-d795-469a-a9c4-953c89126bf8" providerId="ADAL" clId="{0CA10307-A254-4D91-9B4F-D6EE6CB648CE}" dt="2026-04-16T14:04:13.235" v="1680" actId="20577"/>
        <pc:sldMkLst>
          <pc:docMk/>
          <pc:sldMk cId="273289457" sldId="275"/>
        </pc:sldMkLst>
        <pc:spChg chg="mod">
          <ac:chgData name="Smith, Matthew J" userId="836e356e-d795-469a-a9c4-953c89126bf8" providerId="ADAL" clId="{0CA10307-A254-4D91-9B4F-D6EE6CB648CE}" dt="2026-04-16T13:49:26.711" v="1665" actId="20577"/>
          <ac:spMkLst>
            <pc:docMk/>
            <pc:sldMk cId="273289457" sldId="275"/>
            <ac:spMk id="2" creationId="{816BF18A-AB36-1D3E-0477-9BEEFB8E5171}"/>
          </ac:spMkLst>
        </pc:spChg>
        <pc:spChg chg="add del mod">
          <ac:chgData name="Smith, Matthew J" userId="836e356e-d795-469a-a9c4-953c89126bf8" providerId="ADAL" clId="{0CA10307-A254-4D91-9B4F-D6EE6CB648CE}" dt="2026-04-16T14:04:13.235" v="1680" actId="20577"/>
          <ac:spMkLst>
            <pc:docMk/>
            <pc:sldMk cId="273289457" sldId="275"/>
            <ac:spMk id="3" creationId="{DE35046F-0D19-C04C-2CD2-F02D890D8EF1}"/>
          </ac:spMkLst>
        </pc:spChg>
        <pc:spChg chg="add mod">
          <ac:chgData name="Smith, Matthew J" userId="836e356e-d795-469a-a9c4-953c89126bf8" providerId="ADAL" clId="{0CA10307-A254-4D91-9B4F-D6EE6CB648CE}" dt="2026-04-15T19:23:21.161" v="919"/>
          <ac:spMkLst>
            <pc:docMk/>
            <pc:sldMk cId="273289457" sldId="275"/>
            <ac:spMk id="4" creationId="{5883F3D7-EF86-108A-DD3B-5743EACFC6E1}"/>
          </ac:spMkLst>
        </pc:spChg>
        <pc:spChg chg="add mod">
          <ac:chgData name="Smith, Matthew J" userId="836e356e-d795-469a-a9c4-953c89126bf8" providerId="ADAL" clId="{0CA10307-A254-4D91-9B4F-D6EE6CB648CE}" dt="2026-04-15T19:28:51.222" v="955"/>
          <ac:spMkLst>
            <pc:docMk/>
            <pc:sldMk cId="273289457" sldId="275"/>
            <ac:spMk id="6" creationId="{B0E32205-157A-FD47-2779-764DDBE6F102}"/>
          </ac:spMkLst>
        </pc:spChg>
        <pc:spChg chg="add">
          <ac:chgData name="Smith, Matthew J" userId="836e356e-d795-469a-a9c4-953c89126bf8" providerId="ADAL" clId="{0CA10307-A254-4D91-9B4F-D6EE6CB648CE}" dt="2026-04-15T19:23:40.984" v="924" actId="26606"/>
          <ac:spMkLst>
            <pc:docMk/>
            <pc:sldMk cId="273289457" sldId="275"/>
            <ac:spMk id="10" creationId="{058A14AF-9FB5-4CC7-BA35-E8E85D3EDF0E}"/>
          </ac:spMkLst>
        </pc:spChg>
        <pc:spChg chg="add">
          <ac:chgData name="Smith, Matthew J" userId="836e356e-d795-469a-a9c4-953c89126bf8" providerId="ADAL" clId="{0CA10307-A254-4D91-9B4F-D6EE6CB648CE}" dt="2026-04-15T19:23:40.984" v="924" actId="26606"/>
          <ac:spMkLst>
            <pc:docMk/>
            <pc:sldMk cId="273289457" sldId="275"/>
            <ac:spMk id="12" creationId="{3A9A4357-BD1D-4622-A4FE-766E6AB8DE84}"/>
          </ac:spMkLst>
        </pc:spChg>
        <pc:spChg chg="add">
          <ac:chgData name="Smith, Matthew J" userId="836e356e-d795-469a-a9c4-953c89126bf8" providerId="ADAL" clId="{0CA10307-A254-4D91-9B4F-D6EE6CB648CE}" dt="2026-04-15T19:23:40.984" v="924" actId="26606"/>
          <ac:spMkLst>
            <pc:docMk/>
            <pc:sldMk cId="273289457" sldId="275"/>
            <ac:spMk id="14" creationId="{E659831F-0D9A-4C63-9EBB-8435B85A440F}"/>
          </ac:spMkLst>
        </pc:spChg>
        <pc:spChg chg="add">
          <ac:chgData name="Smith, Matthew J" userId="836e356e-d795-469a-a9c4-953c89126bf8" providerId="ADAL" clId="{0CA10307-A254-4D91-9B4F-D6EE6CB648CE}" dt="2026-04-15T19:23:40.984" v="924" actId="26606"/>
          <ac:spMkLst>
            <pc:docMk/>
            <pc:sldMk cId="273289457" sldId="275"/>
            <ac:spMk id="16" creationId="{E6995CE5-F890-4ABA-82A2-26507CE8D2A3}"/>
          </ac:spMkLst>
        </pc:spChg>
        <pc:picChg chg="add mod">
          <ac:chgData name="Smith, Matthew J" userId="836e356e-d795-469a-a9c4-953c89126bf8" providerId="ADAL" clId="{0CA10307-A254-4D91-9B4F-D6EE6CB648CE}" dt="2026-04-15T19:26:51.688" v="947"/>
          <ac:picMkLst>
            <pc:docMk/>
            <pc:sldMk cId="273289457" sldId="275"/>
            <ac:picMk id="5" creationId="{61AB4382-B5C6-4E03-1C6D-898DFDAC2B78}"/>
          </ac:picMkLst>
        </pc:picChg>
        <pc:picChg chg="add">
          <ac:chgData name="Smith, Matthew J" userId="836e356e-d795-469a-a9c4-953c89126bf8" providerId="ADAL" clId="{0CA10307-A254-4D91-9B4F-D6EE6CB648CE}" dt="2026-04-15T19:23:40.984" v="924" actId="26606"/>
          <ac:picMkLst>
            <pc:docMk/>
            <pc:sldMk cId="273289457" sldId="275"/>
            <ac:picMk id="7" creationId="{B1860BA9-345B-4B06-93FA-8FA367C345BB}"/>
          </ac:picMkLst>
        </pc:picChg>
      </pc:sldChg>
      <pc:sldChg chg="addSp delSp modSp new mod modMedia setBg modClrScheme delAnim chgLayout">
        <pc:chgData name="Smith, Matthew J" userId="836e356e-d795-469a-a9c4-953c89126bf8" providerId="ADAL" clId="{0CA10307-A254-4D91-9B4F-D6EE6CB648CE}" dt="2026-04-14T12:20:56.443" v="185" actId="26606"/>
        <pc:sldMkLst>
          <pc:docMk/>
          <pc:sldMk cId="283145436" sldId="276"/>
        </pc:sldMkLst>
        <pc:spChg chg="add mod ord">
          <ac:chgData name="Smith, Matthew J" userId="836e356e-d795-469a-a9c4-953c89126bf8" providerId="ADAL" clId="{0CA10307-A254-4D91-9B4F-D6EE6CB648CE}" dt="2026-04-14T12:20:56.443" v="185" actId="26606"/>
          <ac:spMkLst>
            <pc:docMk/>
            <pc:sldMk cId="283145436" sldId="276"/>
            <ac:spMk id="4" creationId="{70BD6120-4CE4-7D02-CF9E-1E426550198A}"/>
          </ac:spMkLst>
        </pc:spChg>
        <pc:spChg chg="add">
          <ac:chgData name="Smith, Matthew J" userId="836e356e-d795-469a-a9c4-953c89126bf8" providerId="ADAL" clId="{0CA10307-A254-4D91-9B4F-D6EE6CB648CE}" dt="2026-04-14T12:20:56.443" v="185" actId="26606"/>
          <ac:spMkLst>
            <pc:docMk/>
            <pc:sldMk cId="283145436" sldId="276"/>
            <ac:spMk id="14" creationId="{C8320351-9FA2-4A26-885B-BB8F3E4902D2}"/>
          </ac:spMkLst>
        </pc:spChg>
        <pc:spChg chg="add">
          <ac:chgData name="Smith, Matthew J" userId="836e356e-d795-469a-a9c4-953c89126bf8" providerId="ADAL" clId="{0CA10307-A254-4D91-9B4F-D6EE6CB648CE}" dt="2026-04-14T12:20:56.443" v="185" actId="26606"/>
          <ac:spMkLst>
            <pc:docMk/>
            <pc:sldMk cId="283145436" sldId="276"/>
            <ac:spMk id="15" creationId="{68CD2EFB-78C2-4C6E-A6B9-4ED12FAD5B99}"/>
          </ac:spMkLst>
        </pc:spChg>
        <pc:picChg chg="add">
          <ac:chgData name="Smith, Matthew J" userId="836e356e-d795-469a-a9c4-953c89126bf8" providerId="ADAL" clId="{0CA10307-A254-4D91-9B4F-D6EE6CB648CE}" dt="2026-04-14T12:20:56.443" v="185" actId="26606"/>
          <ac:picMkLst>
            <pc:docMk/>
            <pc:sldMk cId="283145436" sldId="276"/>
            <ac:picMk id="16" creationId="{6E52CA09-71B7-4B09-7AB5-6BCA608FFB36}"/>
          </ac:picMkLst>
        </pc:picChg>
      </pc:sldChg>
      <pc:sldChg chg="addSp delSp modSp new mod setBg">
        <pc:chgData name="Smith, Matthew J" userId="836e356e-d795-469a-a9c4-953c89126bf8" providerId="ADAL" clId="{0CA10307-A254-4D91-9B4F-D6EE6CB648CE}" dt="2026-04-15T19:44:58.168" v="1118" actId="113"/>
        <pc:sldMkLst>
          <pc:docMk/>
          <pc:sldMk cId="2751060770" sldId="277"/>
        </pc:sldMkLst>
        <pc:spChg chg="mod">
          <ac:chgData name="Smith, Matthew J" userId="836e356e-d795-469a-a9c4-953c89126bf8" providerId="ADAL" clId="{0CA10307-A254-4D91-9B4F-D6EE6CB648CE}" dt="2026-04-14T14:58:03.476" v="352" actId="26606"/>
          <ac:spMkLst>
            <pc:docMk/>
            <pc:sldMk cId="2751060770" sldId="277"/>
            <ac:spMk id="2" creationId="{D5DCF3A0-B628-1405-1B2B-73ADBB855DE5}"/>
          </ac:spMkLst>
        </pc:spChg>
        <pc:spChg chg="add del mod">
          <ac:chgData name="Smith, Matthew J" userId="836e356e-d795-469a-a9c4-953c89126bf8" providerId="ADAL" clId="{0CA10307-A254-4D91-9B4F-D6EE6CB648CE}" dt="2026-04-15T19:44:58.168" v="1118" actId="113"/>
          <ac:spMkLst>
            <pc:docMk/>
            <pc:sldMk cId="2751060770" sldId="277"/>
            <ac:spMk id="3" creationId="{2515FB8F-B5C6-20E2-582E-8DA229061338}"/>
          </ac:spMkLst>
        </pc:spChg>
        <pc:spChg chg="add del mod">
          <ac:chgData name="Smith, Matthew J" userId="836e356e-d795-469a-a9c4-953c89126bf8" providerId="ADAL" clId="{0CA10307-A254-4D91-9B4F-D6EE6CB648CE}" dt="2026-04-14T15:40:50.523" v="493" actId="478"/>
          <ac:spMkLst>
            <pc:docMk/>
            <pc:sldMk cId="2751060770" sldId="277"/>
            <ac:spMk id="4" creationId="{62A705ED-1B7B-8F4C-0798-7D5D1A281DCC}"/>
          </ac:spMkLst>
        </pc:spChg>
        <pc:spChg chg="add del mod">
          <ac:chgData name="Smith, Matthew J" userId="836e356e-d795-469a-a9c4-953c89126bf8" providerId="ADAL" clId="{0CA10307-A254-4D91-9B4F-D6EE6CB648CE}" dt="2026-04-14T15:40:50.623" v="494" actId="478"/>
          <ac:spMkLst>
            <pc:docMk/>
            <pc:sldMk cId="2751060770" sldId="277"/>
            <ac:spMk id="5" creationId="{262D638A-4853-E82A-CD8F-F03EAD03918A}"/>
          </ac:spMkLst>
        </pc:spChg>
        <pc:spChg chg="add del">
          <ac:chgData name="Smith, Matthew J" userId="836e356e-d795-469a-a9c4-953c89126bf8" providerId="ADAL" clId="{0CA10307-A254-4D91-9B4F-D6EE6CB648CE}" dt="2026-04-15T19:30:02.322" v="957" actId="22"/>
          <ac:spMkLst>
            <pc:docMk/>
            <pc:sldMk cId="2751060770" sldId="277"/>
            <ac:spMk id="7" creationId="{641E49AA-DA66-0DED-B0CD-C8B78DB6E3FD}"/>
          </ac:spMkLst>
        </pc:spChg>
        <pc:spChg chg="add mod">
          <ac:chgData name="Smith, Matthew J" userId="836e356e-d795-469a-a9c4-953c89126bf8" providerId="ADAL" clId="{0CA10307-A254-4D91-9B4F-D6EE6CB648CE}" dt="2026-04-15T19:33:59.979" v="1019" actId="208"/>
          <ac:spMkLst>
            <pc:docMk/>
            <pc:sldMk cId="2751060770" sldId="277"/>
            <ac:spMk id="10" creationId="{D25CD00D-1E8B-0067-A19E-3E7B7E5F8ADE}"/>
          </ac:spMkLst>
        </pc:spChg>
        <pc:spChg chg="add">
          <ac:chgData name="Smith, Matthew J" userId="836e356e-d795-469a-a9c4-953c89126bf8" providerId="ADAL" clId="{0CA10307-A254-4D91-9B4F-D6EE6CB648CE}" dt="2026-04-14T14:58:03.476" v="352" actId="26606"/>
          <ac:spMkLst>
            <pc:docMk/>
            <pc:sldMk cId="2751060770" sldId="277"/>
            <ac:spMk id="14" creationId="{979E27D9-03C7-44E2-9FF8-15D0C8506AF7}"/>
          </ac:spMkLst>
        </pc:spChg>
        <pc:spChg chg="add">
          <ac:chgData name="Smith, Matthew J" userId="836e356e-d795-469a-a9c4-953c89126bf8" providerId="ADAL" clId="{0CA10307-A254-4D91-9B4F-D6EE6CB648CE}" dt="2026-04-14T14:58:03.476" v="352" actId="26606"/>
          <ac:spMkLst>
            <pc:docMk/>
            <pc:sldMk cId="2751060770" sldId="277"/>
            <ac:spMk id="16" creationId="{EEBF1590-3B36-48EE-A89D-3B6F3CB256AB}"/>
          </ac:spMkLst>
        </pc:spChg>
        <pc:spChg chg="add">
          <ac:chgData name="Smith, Matthew J" userId="836e356e-d795-469a-a9c4-953c89126bf8" providerId="ADAL" clId="{0CA10307-A254-4D91-9B4F-D6EE6CB648CE}" dt="2026-04-14T14:58:03.476" v="352" actId="26606"/>
          <ac:spMkLst>
            <pc:docMk/>
            <pc:sldMk cId="2751060770" sldId="277"/>
            <ac:spMk id="18" creationId="{AC8F6C8C-AB5A-4548-942D-E3FD40ACBC49}"/>
          </ac:spMkLst>
        </pc:spChg>
        <pc:picChg chg="add mod ord modCrop">
          <ac:chgData name="Smith, Matthew J" userId="836e356e-d795-469a-a9c4-953c89126bf8" providerId="ADAL" clId="{0CA10307-A254-4D91-9B4F-D6EE6CB648CE}" dt="2026-04-15T19:33:41.246" v="1017" actId="1076"/>
          <ac:picMkLst>
            <pc:docMk/>
            <pc:sldMk cId="2751060770" sldId="277"/>
            <ac:picMk id="9" creationId="{7CA8BF59-E3B5-6E90-4711-FDE4D8F19728}"/>
          </ac:picMkLst>
        </pc:picChg>
      </pc:sldChg>
      <pc:sldChg chg="addSp delSp modSp add mod setBg">
        <pc:chgData name="Smith, Matthew J" userId="836e356e-d795-469a-a9c4-953c89126bf8" providerId="ADAL" clId="{0CA10307-A254-4D91-9B4F-D6EE6CB648CE}" dt="2026-04-15T19:43:56.969" v="1110" actId="20577"/>
        <pc:sldMkLst>
          <pc:docMk/>
          <pc:sldMk cId="3246002650" sldId="278"/>
        </pc:sldMkLst>
        <pc:spChg chg="mod">
          <ac:chgData name="Smith, Matthew J" userId="836e356e-d795-469a-a9c4-953c89126bf8" providerId="ADAL" clId="{0CA10307-A254-4D91-9B4F-D6EE6CB648CE}" dt="2026-04-15T19:25:56.921" v="934" actId="26606"/>
          <ac:spMkLst>
            <pc:docMk/>
            <pc:sldMk cId="3246002650" sldId="278"/>
            <ac:spMk id="2" creationId="{E3E85FF1-1B63-CCCA-FEEF-9203A02BA1B3}"/>
          </ac:spMkLst>
        </pc:spChg>
        <pc:spChg chg="add del mod">
          <ac:chgData name="Smith, Matthew J" userId="836e356e-d795-469a-a9c4-953c89126bf8" providerId="ADAL" clId="{0CA10307-A254-4D91-9B4F-D6EE6CB648CE}" dt="2026-04-15T19:43:56.969" v="1110" actId="20577"/>
          <ac:spMkLst>
            <pc:docMk/>
            <pc:sldMk cId="3246002650" sldId="278"/>
            <ac:spMk id="3" creationId="{88E6F855-0EC0-98C5-DFCE-EA7D6F8A997E}"/>
          </ac:spMkLst>
        </pc:spChg>
        <pc:spChg chg="del mod">
          <ac:chgData name="Smith, Matthew J" userId="836e356e-d795-469a-a9c4-953c89126bf8" providerId="ADAL" clId="{0CA10307-A254-4D91-9B4F-D6EE6CB648CE}" dt="2026-04-15T19:25:48.010" v="929" actId="478"/>
          <ac:spMkLst>
            <pc:docMk/>
            <pc:sldMk cId="3246002650" sldId="278"/>
            <ac:spMk id="4" creationId="{EF235CEC-3F3D-21CA-B33A-CD234CEEB4C2}"/>
          </ac:spMkLst>
        </pc:spChg>
        <pc:spChg chg="add mod">
          <ac:chgData name="Smith, Matthew J" userId="836e356e-d795-469a-a9c4-953c89126bf8" providerId="ADAL" clId="{0CA10307-A254-4D91-9B4F-D6EE6CB648CE}" dt="2026-04-15T19:25:36.931" v="927"/>
          <ac:spMkLst>
            <pc:docMk/>
            <pc:sldMk cId="3246002650" sldId="278"/>
            <ac:spMk id="5" creationId="{62F2C39A-2CB5-C63C-84DA-D4B7221020A6}"/>
          </ac:spMkLst>
        </pc:spChg>
        <pc:spChg chg="add mod">
          <ac:chgData name="Smith, Matthew J" userId="836e356e-d795-469a-a9c4-953c89126bf8" providerId="ADAL" clId="{0CA10307-A254-4D91-9B4F-D6EE6CB648CE}" dt="2026-04-15T19:26:02.875" v="936" actId="207"/>
          <ac:spMkLst>
            <pc:docMk/>
            <pc:sldMk cId="3246002650" sldId="278"/>
            <ac:spMk id="6" creationId="{7B48E488-9841-3573-8BAE-22F0F1CCEAFC}"/>
          </ac:spMkLst>
        </pc:spChg>
        <pc:spChg chg="add del">
          <ac:chgData name="Smith, Matthew J" userId="836e356e-d795-469a-a9c4-953c89126bf8" providerId="ADAL" clId="{0CA10307-A254-4D91-9B4F-D6EE6CB648CE}" dt="2026-04-15T19:25:54.842" v="931" actId="26606"/>
          <ac:spMkLst>
            <pc:docMk/>
            <pc:sldMk cId="3246002650" sldId="278"/>
            <ac:spMk id="8" creationId="{C9A36457-A5F4-4103-A443-02581C09185B}"/>
          </ac:spMkLst>
        </pc:spChg>
        <pc:spChg chg="add mod">
          <ac:chgData name="Smith, Matthew J" userId="836e356e-d795-469a-a9c4-953c89126bf8" providerId="ADAL" clId="{0CA10307-A254-4D91-9B4F-D6EE6CB648CE}" dt="2026-04-15T19:26:31.725" v="941"/>
          <ac:spMkLst>
            <pc:docMk/>
            <pc:sldMk cId="3246002650" sldId="278"/>
            <ac:spMk id="9" creationId="{B3D91706-D143-FB72-C7F6-DCEFE3B5642C}"/>
          </ac:spMkLst>
        </pc:spChg>
        <pc:spChg chg="add del">
          <ac:chgData name="Smith, Matthew J" userId="836e356e-d795-469a-a9c4-953c89126bf8" providerId="ADAL" clId="{0CA10307-A254-4D91-9B4F-D6EE6CB648CE}" dt="2026-04-15T19:25:54.842" v="931" actId="26606"/>
          <ac:spMkLst>
            <pc:docMk/>
            <pc:sldMk cId="3246002650" sldId="278"/>
            <ac:spMk id="10" creationId="{DC5FB7E8-B636-40FA-BE8D-48145C0F5C57}"/>
          </ac:spMkLst>
        </pc:spChg>
        <pc:spChg chg="add del">
          <ac:chgData name="Smith, Matthew J" userId="836e356e-d795-469a-a9c4-953c89126bf8" providerId="ADAL" clId="{0CA10307-A254-4D91-9B4F-D6EE6CB648CE}" dt="2026-04-15T19:25:54.842" v="931" actId="26606"/>
          <ac:spMkLst>
            <pc:docMk/>
            <pc:sldMk cId="3246002650" sldId="278"/>
            <ac:spMk id="12" creationId="{142DCE2C-2863-46FA-9BE7-24365A24D9BA}"/>
          </ac:spMkLst>
        </pc:spChg>
        <pc:spChg chg="add del">
          <ac:chgData name="Smith, Matthew J" userId="836e356e-d795-469a-a9c4-953c89126bf8" providerId="ADAL" clId="{0CA10307-A254-4D91-9B4F-D6EE6CB648CE}" dt="2026-04-15T19:25:56.916" v="933" actId="26606"/>
          <ac:spMkLst>
            <pc:docMk/>
            <pc:sldMk cId="3246002650" sldId="278"/>
            <ac:spMk id="14" creationId="{81E140AE-0ABF-47C8-BF32-7D2F0CF2BA44}"/>
          </ac:spMkLst>
        </pc:spChg>
        <pc:spChg chg="add del">
          <ac:chgData name="Smith, Matthew J" userId="836e356e-d795-469a-a9c4-953c89126bf8" providerId="ADAL" clId="{0CA10307-A254-4D91-9B4F-D6EE6CB648CE}" dt="2026-04-15T19:25:56.916" v="933" actId="26606"/>
          <ac:spMkLst>
            <pc:docMk/>
            <pc:sldMk cId="3246002650" sldId="278"/>
            <ac:spMk id="15" creationId="{8B9AA7C6-5E5A-498E-A6DF-A943376E09BC}"/>
          </ac:spMkLst>
        </pc:spChg>
        <pc:spChg chg="add del">
          <ac:chgData name="Smith, Matthew J" userId="836e356e-d795-469a-a9c4-953c89126bf8" providerId="ADAL" clId="{0CA10307-A254-4D91-9B4F-D6EE6CB648CE}" dt="2026-04-15T19:25:56.916" v="933" actId="26606"/>
          <ac:spMkLst>
            <pc:docMk/>
            <pc:sldMk cId="3246002650" sldId="278"/>
            <ac:spMk id="16" creationId="{CBC4F608-B4B8-48C3-9572-C0F061B1CD99}"/>
          </ac:spMkLst>
        </pc:spChg>
        <pc:spChg chg="add">
          <ac:chgData name="Smith, Matthew J" userId="836e356e-d795-469a-a9c4-953c89126bf8" providerId="ADAL" clId="{0CA10307-A254-4D91-9B4F-D6EE6CB648CE}" dt="2026-04-15T19:25:56.921" v="934" actId="26606"/>
          <ac:spMkLst>
            <pc:docMk/>
            <pc:sldMk cId="3246002650" sldId="278"/>
            <ac:spMk id="20" creationId="{B6CDA21F-E7AF-4C75-8395-33F58D5B0E45}"/>
          </ac:spMkLst>
        </pc:spChg>
        <pc:spChg chg="add">
          <ac:chgData name="Smith, Matthew J" userId="836e356e-d795-469a-a9c4-953c89126bf8" providerId="ADAL" clId="{0CA10307-A254-4D91-9B4F-D6EE6CB648CE}" dt="2026-04-15T19:25:56.921" v="934" actId="26606"/>
          <ac:spMkLst>
            <pc:docMk/>
            <pc:sldMk cId="3246002650" sldId="278"/>
            <ac:spMk id="24" creationId="{D5B0017B-2ECA-49AF-B397-DC140825DF8D}"/>
          </ac:spMkLst>
        </pc:spChg>
        <pc:spChg chg="add del mod">
          <ac:chgData name="Smith, Matthew J" userId="836e356e-d795-469a-a9c4-953c89126bf8" providerId="ADAL" clId="{0CA10307-A254-4D91-9B4F-D6EE6CB648CE}" dt="2026-04-15T19:26:41.005" v="944" actId="478"/>
          <ac:spMkLst>
            <pc:docMk/>
            <pc:sldMk cId="3246002650" sldId="278"/>
            <ac:spMk id="26" creationId="{000ADBBD-63B3-1A97-2566-127C0F9F3287}"/>
          </ac:spMkLst>
        </pc:spChg>
        <pc:grpChg chg="add del">
          <ac:chgData name="Smith, Matthew J" userId="836e356e-d795-469a-a9c4-953c89126bf8" providerId="ADAL" clId="{0CA10307-A254-4D91-9B4F-D6EE6CB648CE}" dt="2026-04-15T19:25:56.916" v="933" actId="26606"/>
          <ac:grpSpMkLst>
            <pc:docMk/>
            <pc:sldMk cId="3246002650" sldId="278"/>
            <ac:grpSpMk id="17" creationId="{83EAB11A-76F7-48F4-9B4F-5BFDF4BF9670}"/>
          </ac:grpSpMkLst>
        </pc:grpChg>
        <pc:grpChg chg="add">
          <ac:chgData name="Smith, Matthew J" userId="836e356e-d795-469a-a9c4-953c89126bf8" providerId="ADAL" clId="{0CA10307-A254-4D91-9B4F-D6EE6CB648CE}" dt="2026-04-15T19:25:56.921" v="934" actId="26606"/>
          <ac:grpSpMkLst>
            <pc:docMk/>
            <pc:sldMk cId="3246002650" sldId="278"/>
            <ac:grpSpMk id="21" creationId="{AE1C45F0-260A-458C-96ED-C1F6D2151219}"/>
          </ac:grpSpMkLst>
        </pc:grpChg>
        <pc:picChg chg="add mod ord">
          <ac:chgData name="Smith, Matthew J" userId="836e356e-d795-469a-a9c4-953c89126bf8" providerId="ADAL" clId="{0CA10307-A254-4D91-9B4F-D6EE6CB648CE}" dt="2026-04-15T19:26:43.260" v="946" actId="1076"/>
          <ac:picMkLst>
            <pc:docMk/>
            <pc:sldMk cId="3246002650" sldId="278"/>
            <ac:picMk id="7" creationId="{687A1E78-CAC9-CD36-E411-6FEDF595EB10}"/>
          </ac:picMkLst>
        </pc:picChg>
        <pc:picChg chg="add del mod">
          <ac:chgData name="Smith, Matthew J" userId="836e356e-d795-469a-a9c4-953c89126bf8" providerId="ADAL" clId="{0CA10307-A254-4D91-9B4F-D6EE6CB648CE}" dt="2026-04-15T19:26:41.005" v="944" actId="478"/>
          <ac:picMkLst>
            <pc:docMk/>
            <pc:sldMk cId="3246002650" sldId="278"/>
            <ac:picMk id="19" creationId="{B17B6A4E-9B32-12D7-C6C2-584B0CE3117D}"/>
          </ac:picMkLst>
        </pc:picChg>
        <pc:cxnChg chg="add">
          <ac:chgData name="Smith, Matthew J" userId="836e356e-d795-469a-a9c4-953c89126bf8" providerId="ADAL" clId="{0CA10307-A254-4D91-9B4F-D6EE6CB648CE}" dt="2026-04-15T19:25:56.921" v="934" actId="26606"/>
          <ac:cxnSpMkLst>
            <pc:docMk/>
            <pc:sldMk cId="3246002650" sldId="278"/>
            <ac:cxnSpMk id="25" creationId="{6CF1BAF6-AD41-4082-B212-8A1F9A2E8779}"/>
          </ac:cxnSpMkLst>
        </pc:cxnChg>
      </pc:sldChg>
      <pc:sldChg chg="addSp delSp modSp add mod ord setBg">
        <pc:chgData name="Smith, Matthew J" userId="836e356e-d795-469a-a9c4-953c89126bf8" providerId="ADAL" clId="{0CA10307-A254-4D91-9B4F-D6EE6CB648CE}" dt="2026-04-16T13:44:27.527" v="1617" actId="20577"/>
        <pc:sldMkLst>
          <pc:docMk/>
          <pc:sldMk cId="1538749763" sldId="279"/>
        </pc:sldMkLst>
        <pc:spChg chg="mod">
          <ac:chgData name="Smith, Matthew J" userId="836e356e-d795-469a-a9c4-953c89126bf8" providerId="ADAL" clId="{0CA10307-A254-4D91-9B4F-D6EE6CB648CE}" dt="2026-04-15T19:13:34.041" v="879" actId="26606"/>
          <ac:spMkLst>
            <pc:docMk/>
            <pc:sldMk cId="1538749763" sldId="279"/>
            <ac:spMk id="2" creationId="{E8120F04-8F84-7992-0281-31D45F7CD592}"/>
          </ac:spMkLst>
        </pc:spChg>
        <pc:spChg chg="del mod">
          <ac:chgData name="Smith, Matthew J" userId="836e356e-d795-469a-a9c4-953c89126bf8" providerId="ADAL" clId="{0CA10307-A254-4D91-9B4F-D6EE6CB648CE}" dt="2026-04-15T19:07:18.727" v="835" actId="3680"/>
          <ac:spMkLst>
            <pc:docMk/>
            <pc:sldMk cId="1538749763" sldId="279"/>
            <ac:spMk id="3" creationId="{7592721D-A1DA-16E9-8469-C21DC101F004}"/>
          </ac:spMkLst>
        </pc:spChg>
        <pc:spChg chg="add mod">
          <ac:chgData name="Smith, Matthew J" userId="836e356e-d795-469a-a9c4-953c89126bf8" providerId="ADAL" clId="{0CA10307-A254-4D91-9B4F-D6EE6CB648CE}" dt="2026-04-16T13:44:27.527" v="1617" actId="20577"/>
          <ac:spMkLst>
            <pc:docMk/>
            <pc:sldMk cId="1538749763" sldId="279"/>
            <ac:spMk id="5" creationId="{B9533506-BF2B-B33B-342E-6D4FB7A7382C}"/>
          </ac:spMkLst>
        </pc:spChg>
        <pc:spChg chg="add">
          <ac:chgData name="Smith, Matthew J" userId="836e356e-d795-469a-a9c4-953c89126bf8" providerId="ADAL" clId="{0CA10307-A254-4D91-9B4F-D6EE6CB648CE}" dt="2026-04-15T19:10:00.910" v="856"/>
          <ac:spMkLst>
            <pc:docMk/>
            <pc:sldMk cId="1538749763" sldId="279"/>
            <ac:spMk id="6" creationId="{CBB96DAC-DB54-E7DD-C614-55755C619C72}"/>
          </ac:spMkLst>
        </pc:spChg>
        <pc:spChg chg="add">
          <ac:chgData name="Smith, Matthew J" userId="836e356e-d795-469a-a9c4-953c89126bf8" providerId="ADAL" clId="{0CA10307-A254-4D91-9B4F-D6EE6CB648CE}" dt="2026-04-15T19:10:03.712" v="857"/>
          <ac:spMkLst>
            <pc:docMk/>
            <pc:sldMk cId="1538749763" sldId="279"/>
            <ac:spMk id="7" creationId="{380367FC-248B-B4A9-8D8A-B387B7BE94F5}"/>
          </ac:spMkLst>
        </pc:spChg>
        <pc:spChg chg="add mod">
          <ac:chgData name="Smith, Matthew J" userId="836e356e-d795-469a-a9c4-953c89126bf8" providerId="ADAL" clId="{0CA10307-A254-4D91-9B4F-D6EE6CB648CE}" dt="2026-04-15T19:13:56.928" v="895" actId="20577"/>
          <ac:spMkLst>
            <pc:docMk/>
            <pc:sldMk cId="1538749763" sldId="279"/>
            <ac:spMk id="12" creationId="{0625BE4C-51E7-05A1-3AE4-69B6B625B0BE}"/>
          </ac:spMkLst>
        </pc:spChg>
        <pc:spChg chg="add del">
          <ac:chgData name="Smith, Matthew J" userId="836e356e-d795-469a-a9c4-953c89126bf8" providerId="ADAL" clId="{0CA10307-A254-4D91-9B4F-D6EE6CB648CE}" dt="2026-04-15T19:13:34.041" v="879" actId="26606"/>
          <ac:spMkLst>
            <pc:docMk/>
            <pc:sldMk cId="1538749763" sldId="279"/>
            <ac:spMk id="15" creationId="{BDF1A630-2A9B-41A0-92F9-FDA261070EA8}"/>
          </ac:spMkLst>
        </pc:spChg>
        <pc:spChg chg="add del">
          <ac:chgData name="Smith, Matthew J" userId="836e356e-d795-469a-a9c4-953c89126bf8" providerId="ADAL" clId="{0CA10307-A254-4D91-9B4F-D6EE6CB648CE}" dt="2026-04-15T19:13:34.041" v="879" actId="26606"/>
          <ac:spMkLst>
            <pc:docMk/>
            <pc:sldMk cId="1538749763" sldId="279"/>
            <ac:spMk id="21" creationId="{0DA909B4-15FF-46A6-8A7F-7AEF977FE9ED}"/>
          </ac:spMkLst>
        </pc:spChg>
        <pc:spChg chg="add del">
          <ac:chgData name="Smith, Matthew J" userId="836e356e-d795-469a-a9c4-953c89126bf8" providerId="ADAL" clId="{0CA10307-A254-4D91-9B4F-D6EE6CB648CE}" dt="2026-04-15T19:13:34.041" v="879" actId="26606"/>
          <ac:spMkLst>
            <pc:docMk/>
            <pc:sldMk cId="1538749763" sldId="279"/>
            <ac:spMk id="23" creationId="{1382A32C-5B0C-4B1C-A074-76C6DBCC9F87}"/>
          </ac:spMkLst>
        </pc:spChg>
        <pc:grpChg chg="add del">
          <ac:chgData name="Smith, Matthew J" userId="836e356e-d795-469a-a9c4-953c89126bf8" providerId="ADAL" clId="{0CA10307-A254-4D91-9B4F-D6EE6CB648CE}" dt="2026-04-15T19:13:34.041" v="879" actId="26606"/>
          <ac:grpSpMkLst>
            <pc:docMk/>
            <pc:sldMk cId="1538749763" sldId="279"/>
            <ac:grpSpMk id="17" creationId="{19A6B5CE-CB1D-48EE-8B43-E952235C8371}"/>
          </ac:grpSpMkLst>
        </pc:grpChg>
        <pc:graphicFrameChg chg="add mod ord modGraphic">
          <ac:chgData name="Smith, Matthew J" userId="836e356e-d795-469a-a9c4-953c89126bf8" providerId="ADAL" clId="{0CA10307-A254-4D91-9B4F-D6EE6CB648CE}" dt="2026-04-15T19:13:34.041" v="879" actId="26606"/>
          <ac:graphicFrameMkLst>
            <pc:docMk/>
            <pc:sldMk cId="1538749763" sldId="279"/>
            <ac:graphicFrameMk id="4" creationId="{2CF124DA-CF74-CD32-1775-FDE63D024D47}"/>
          </ac:graphicFrameMkLst>
        </pc:graphicFrameChg>
        <pc:picChg chg="add mod modCrop">
          <ac:chgData name="Smith, Matthew J" userId="836e356e-d795-469a-a9c4-953c89126bf8" providerId="ADAL" clId="{0CA10307-A254-4D91-9B4F-D6EE6CB648CE}" dt="2026-04-15T19:13:34.041" v="879" actId="26606"/>
          <ac:picMkLst>
            <pc:docMk/>
            <pc:sldMk cId="1538749763" sldId="279"/>
            <ac:picMk id="9" creationId="{75F59C16-7CA3-FED2-7E44-DB5B59DFDCD5}"/>
          </ac:picMkLst>
        </pc:picChg>
        <pc:picChg chg="add del mod">
          <ac:chgData name="Smith, Matthew J" userId="836e356e-d795-469a-a9c4-953c89126bf8" providerId="ADAL" clId="{0CA10307-A254-4D91-9B4F-D6EE6CB648CE}" dt="2026-04-15T19:13:34.041" v="879" actId="26606"/>
          <ac:picMkLst>
            <pc:docMk/>
            <pc:sldMk cId="1538749763" sldId="279"/>
            <ac:picMk id="10" creationId="{1A46662B-FE9B-924B-6BB6-D904F75302F8}"/>
          </ac:picMkLst>
        </pc:picChg>
        <pc:picChg chg="add mod">
          <ac:chgData name="Smith, Matthew J" userId="836e356e-d795-469a-a9c4-953c89126bf8" providerId="ADAL" clId="{0CA10307-A254-4D91-9B4F-D6EE6CB648CE}" dt="2026-04-15T19:13:44.685" v="880"/>
          <ac:picMkLst>
            <pc:docMk/>
            <pc:sldMk cId="1538749763" sldId="279"/>
            <ac:picMk id="11" creationId="{B2530091-5A5C-9B62-1AF1-B4308B7A93AB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38DDC77-C88D-4FCE-B54D-D8095A7FA436}" type="doc">
      <dgm:prSet loTypeId="urn:microsoft.com/office/officeart/2016/7/layout/LinearBlockProcessNumbered" loCatId="process" qsTypeId="urn:microsoft.com/office/officeart/2005/8/quickstyle/simple2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2288D393-79A8-43A8-839E-EEC2A016685A}">
      <dgm:prSet/>
      <dgm:spPr/>
      <dgm:t>
        <a:bodyPr/>
        <a:lstStyle/>
        <a:p>
          <a:r>
            <a:rPr lang="en-US" b="1" dirty="0"/>
            <a:t>TAP Interface </a:t>
          </a:r>
          <a:r>
            <a:rPr lang="en-US" dirty="0"/>
            <a:t>- Layer 2 counterpart to TUN; passes Ethernet frames</a:t>
          </a:r>
        </a:p>
      </dgm:t>
    </dgm:pt>
    <dgm:pt modelId="{18738C34-3021-4088-8B7E-13B739B23E24}" type="parTrans" cxnId="{C15843DD-C0C4-49E2-A9B0-14D6BEA05D54}">
      <dgm:prSet/>
      <dgm:spPr/>
      <dgm:t>
        <a:bodyPr/>
        <a:lstStyle/>
        <a:p>
          <a:endParaRPr lang="en-US"/>
        </a:p>
      </dgm:t>
    </dgm:pt>
    <dgm:pt modelId="{DEC29CDD-D982-47BC-BC68-351E6B79C8B4}" type="sibTrans" cxnId="{C15843DD-C0C4-49E2-A9B0-14D6BEA05D54}">
      <dgm:prSet phldrT="01"/>
      <dgm:spPr/>
      <dgm:t>
        <a:bodyPr/>
        <a:lstStyle/>
        <a:p>
          <a:r>
            <a:rPr lang="en-US"/>
            <a:t>01</a:t>
          </a:r>
        </a:p>
      </dgm:t>
    </dgm:pt>
    <dgm:pt modelId="{F1E7A3FA-3A6F-4525-8438-0FC6C5848692}">
      <dgm:prSet/>
      <dgm:spPr/>
      <dgm:t>
        <a:bodyPr/>
        <a:lstStyle/>
        <a:p>
          <a:r>
            <a:rPr lang="en-US" b="1" dirty="0"/>
            <a:t>Bridging</a:t>
          </a:r>
          <a:r>
            <a:rPr lang="en-US" dirty="0"/>
            <a:t> - connects two networks as one segment (vs. routing which keeps them separate)</a:t>
          </a:r>
        </a:p>
      </dgm:t>
    </dgm:pt>
    <dgm:pt modelId="{BA3DA719-81A1-4369-BB90-4503493AB244}" type="parTrans" cxnId="{C6A6B3BB-8418-458D-9E88-7CC81AE6B554}">
      <dgm:prSet/>
      <dgm:spPr/>
      <dgm:t>
        <a:bodyPr/>
        <a:lstStyle/>
        <a:p>
          <a:endParaRPr lang="en-US"/>
        </a:p>
      </dgm:t>
    </dgm:pt>
    <dgm:pt modelId="{1A41CC3F-B008-444B-8689-4D1509BF7E04}" type="sibTrans" cxnId="{C6A6B3BB-8418-458D-9E88-7CC81AE6B554}">
      <dgm:prSet phldrT="02"/>
      <dgm:spPr/>
      <dgm:t>
        <a:bodyPr/>
        <a:lstStyle/>
        <a:p>
          <a:r>
            <a:rPr lang="en-US"/>
            <a:t>02</a:t>
          </a:r>
        </a:p>
      </dgm:t>
    </dgm:pt>
    <dgm:pt modelId="{FF6E118E-5248-4711-9E5B-E8998840E26C}">
      <dgm:prSet/>
      <dgm:spPr/>
      <dgm:t>
        <a:bodyPr/>
        <a:lstStyle/>
        <a:p>
          <a:r>
            <a:rPr lang="en-US" b="1" dirty="0"/>
            <a:t>Promiscuous Mode </a:t>
          </a:r>
          <a:r>
            <a:rPr lang="en-US" dirty="0"/>
            <a:t>- lets a NIC capture all traffic, not just its own; required for bridging</a:t>
          </a:r>
        </a:p>
      </dgm:t>
    </dgm:pt>
    <dgm:pt modelId="{8C8F2E7C-A1CB-417F-A31E-2A19572FFA43}" type="parTrans" cxnId="{5BCDC0B0-F035-472D-B118-F4F077706E7B}">
      <dgm:prSet/>
      <dgm:spPr/>
      <dgm:t>
        <a:bodyPr/>
        <a:lstStyle/>
        <a:p>
          <a:endParaRPr lang="en-US"/>
        </a:p>
      </dgm:t>
    </dgm:pt>
    <dgm:pt modelId="{D23BA56D-235E-43A3-95E1-F985377967B1}" type="sibTrans" cxnId="{5BCDC0B0-F035-472D-B118-F4F077706E7B}">
      <dgm:prSet phldrT="03"/>
      <dgm:spPr/>
      <dgm:t>
        <a:bodyPr/>
        <a:lstStyle/>
        <a:p>
          <a:r>
            <a:rPr lang="en-US"/>
            <a:t>03</a:t>
          </a:r>
        </a:p>
      </dgm:t>
    </dgm:pt>
    <dgm:pt modelId="{558E57A3-7979-4E3E-9F6A-FDDAE0C5EF04}">
      <dgm:prSet/>
      <dgm:spPr/>
      <dgm:t>
        <a:bodyPr/>
        <a:lstStyle/>
        <a:p>
          <a:r>
            <a:rPr lang="en-US"/>
            <a:t>ping / telnet - tools used to verify the tunnel works (§22.6)</a:t>
          </a:r>
        </a:p>
      </dgm:t>
    </dgm:pt>
    <dgm:pt modelId="{FCE0ECED-B52B-4359-9614-E133693760CC}" type="parTrans" cxnId="{FC4D6594-2475-452C-9D44-957A4A3B2EC2}">
      <dgm:prSet/>
      <dgm:spPr/>
      <dgm:t>
        <a:bodyPr/>
        <a:lstStyle/>
        <a:p>
          <a:endParaRPr lang="en-US"/>
        </a:p>
      </dgm:t>
    </dgm:pt>
    <dgm:pt modelId="{D99ADE36-D67A-44D2-9A35-CFFE4B3F03D3}" type="sibTrans" cxnId="{FC4D6594-2475-452C-9D44-957A4A3B2EC2}">
      <dgm:prSet/>
      <dgm:spPr/>
      <dgm:t>
        <a:bodyPr/>
        <a:lstStyle/>
        <a:p>
          <a:endParaRPr lang="en-US"/>
        </a:p>
      </dgm:t>
    </dgm:pt>
    <dgm:pt modelId="{DB235764-B989-45DA-91EA-0A76F3225413}">
      <dgm:prSet/>
      <dgm:spPr/>
      <dgm:t>
        <a:bodyPr/>
        <a:lstStyle/>
        <a:p>
          <a:r>
            <a:rPr lang="en-US" b="1" dirty="0"/>
            <a:t>IP Forwarding </a:t>
          </a:r>
          <a:r>
            <a:rPr lang="en-US" dirty="0"/>
            <a:t>- allows the VPN client/server to act as a router between networks (§22.7)</a:t>
          </a:r>
        </a:p>
      </dgm:t>
    </dgm:pt>
    <dgm:pt modelId="{F8D35EE2-2D1C-47F6-A3DE-91B44B3071CE}" type="parTrans" cxnId="{99713A4D-30CF-4D7B-8689-FF5BE9AC9CE6}">
      <dgm:prSet/>
      <dgm:spPr/>
      <dgm:t>
        <a:bodyPr/>
        <a:lstStyle/>
        <a:p>
          <a:endParaRPr lang="en-US"/>
        </a:p>
      </dgm:t>
    </dgm:pt>
    <dgm:pt modelId="{06699768-3092-4874-B142-21E026E94FC9}" type="sibTrans" cxnId="{99713A4D-30CF-4D7B-8689-FF5BE9AC9CE6}">
      <dgm:prSet phldrT="04"/>
      <dgm:spPr/>
      <dgm:t>
        <a:bodyPr/>
        <a:lstStyle/>
        <a:p>
          <a:r>
            <a:rPr lang="en-US"/>
            <a:t>04</a:t>
          </a:r>
        </a:p>
      </dgm:t>
    </dgm:pt>
    <dgm:pt modelId="{A09996CB-23D8-46DD-B767-0A65504C1E46}" type="pres">
      <dgm:prSet presAssocID="{038DDC77-C88D-4FCE-B54D-D8095A7FA436}" presName="Name0" presStyleCnt="0">
        <dgm:presLayoutVars>
          <dgm:animLvl val="lvl"/>
          <dgm:resizeHandles val="exact"/>
        </dgm:presLayoutVars>
      </dgm:prSet>
      <dgm:spPr/>
    </dgm:pt>
    <dgm:pt modelId="{AFC27830-9EDE-4C68-840B-A9173167EECE}" type="pres">
      <dgm:prSet presAssocID="{2288D393-79A8-43A8-839E-EEC2A016685A}" presName="compositeNode" presStyleCnt="0">
        <dgm:presLayoutVars>
          <dgm:bulletEnabled val="1"/>
        </dgm:presLayoutVars>
      </dgm:prSet>
      <dgm:spPr/>
    </dgm:pt>
    <dgm:pt modelId="{1D51B975-D704-4EB7-B33E-F016EEEF7D7F}" type="pres">
      <dgm:prSet presAssocID="{2288D393-79A8-43A8-839E-EEC2A016685A}" presName="bgRect" presStyleLbl="alignNode1" presStyleIdx="0" presStyleCnt="4"/>
      <dgm:spPr/>
    </dgm:pt>
    <dgm:pt modelId="{C0FA6688-FE59-459B-9BFF-D62BB9861E6E}" type="pres">
      <dgm:prSet presAssocID="{DEC29CDD-D982-47BC-BC68-351E6B79C8B4}" presName="sibTransNodeRect" presStyleLbl="alignNode1" presStyleIdx="0" presStyleCnt="4">
        <dgm:presLayoutVars>
          <dgm:chMax val="0"/>
          <dgm:bulletEnabled val="1"/>
        </dgm:presLayoutVars>
      </dgm:prSet>
      <dgm:spPr/>
    </dgm:pt>
    <dgm:pt modelId="{A9793E0A-A77A-418B-B501-7811713FC560}" type="pres">
      <dgm:prSet presAssocID="{2288D393-79A8-43A8-839E-EEC2A016685A}" presName="nodeRect" presStyleLbl="alignNode1" presStyleIdx="0" presStyleCnt="4">
        <dgm:presLayoutVars>
          <dgm:bulletEnabled val="1"/>
        </dgm:presLayoutVars>
      </dgm:prSet>
      <dgm:spPr/>
    </dgm:pt>
    <dgm:pt modelId="{8B39564C-CE83-498F-8C3B-EB39AD7761E8}" type="pres">
      <dgm:prSet presAssocID="{DEC29CDD-D982-47BC-BC68-351E6B79C8B4}" presName="sibTrans" presStyleCnt="0"/>
      <dgm:spPr/>
    </dgm:pt>
    <dgm:pt modelId="{F32A8AB6-B6EF-41B5-B29D-5685C48CA134}" type="pres">
      <dgm:prSet presAssocID="{F1E7A3FA-3A6F-4525-8438-0FC6C5848692}" presName="compositeNode" presStyleCnt="0">
        <dgm:presLayoutVars>
          <dgm:bulletEnabled val="1"/>
        </dgm:presLayoutVars>
      </dgm:prSet>
      <dgm:spPr/>
    </dgm:pt>
    <dgm:pt modelId="{6EFDF8D0-5BF1-4755-BCEE-2AA255357E18}" type="pres">
      <dgm:prSet presAssocID="{F1E7A3FA-3A6F-4525-8438-0FC6C5848692}" presName="bgRect" presStyleLbl="alignNode1" presStyleIdx="1" presStyleCnt="4"/>
      <dgm:spPr/>
    </dgm:pt>
    <dgm:pt modelId="{4CB84AB9-CAAE-460E-A5A7-56306871AB75}" type="pres">
      <dgm:prSet presAssocID="{1A41CC3F-B008-444B-8689-4D1509BF7E04}" presName="sibTransNodeRect" presStyleLbl="alignNode1" presStyleIdx="1" presStyleCnt="4">
        <dgm:presLayoutVars>
          <dgm:chMax val="0"/>
          <dgm:bulletEnabled val="1"/>
        </dgm:presLayoutVars>
      </dgm:prSet>
      <dgm:spPr/>
    </dgm:pt>
    <dgm:pt modelId="{6EBE434C-3093-4205-9AD0-0DF49A821C31}" type="pres">
      <dgm:prSet presAssocID="{F1E7A3FA-3A6F-4525-8438-0FC6C5848692}" presName="nodeRect" presStyleLbl="alignNode1" presStyleIdx="1" presStyleCnt="4">
        <dgm:presLayoutVars>
          <dgm:bulletEnabled val="1"/>
        </dgm:presLayoutVars>
      </dgm:prSet>
      <dgm:spPr/>
    </dgm:pt>
    <dgm:pt modelId="{C5800F6A-FE89-47AD-875D-088AB35FAD55}" type="pres">
      <dgm:prSet presAssocID="{1A41CC3F-B008-444B-8689-4D1509BF7E04}" presName="sibTrans" presStyleCnt="0"/>
      <dgm:spPr/>
    </dgm:pt>
    <dgm:pt modelId="{D88058B1-50A3-406F-807F-E23B18397090}" type="pres">
      <dgm:prSet presAssocID="{FF6E118E-5248-4711-9E5B-E8998840E26C}" presName="compositeNode" presStyleCnt="0">
        <dgm:presLayoutVars>
          <dgm:bulletEnabled val="1"/>
        </dgm:presLayoutVars>
      </dgm:prSet>
      <dgm:spPr/>
    </dgm:pt>
    <dgm:pt modelId="{12B473DF-4A6B-4135-A28D-83566FAF1B2E}" type="pres">
      <dgm:prSet presAssocID="{FF6E118E-5248-4711-9E5B-E8998840E26C}" presName="bgRect" presStyleLbl="alignNode1" presStyleIdx="2" presStyleCnt="4"/>
      <dgm:spPr/>
    </dgm:pt>
    <dgm:pt modelId="{8F8A4EA4-A029-48DA-8586-7A08B3764268}" type="pres">
      <dgm:prSet presAssocID="{D23BA56D-235E-43A3-95E1-F985377967B1}" presName="sibTransNodeRect" presStyleLbl="alignNode1" presStyleIdx="2" presStyleCnt="4">
        <dgm:presLayoutVars>
          <dgm:chMax val="0"/>
          <dgm:bulletEnabled val="1"/>
        </dgm:presLayoutVars>
      </dgm:prSet>
      <dgm:spPr/>
    </dgm:pt>
    <dgm:pt modelId="{5F00691B-AE4B-4EA3-8AD6-598D6FECC3DD}" type="pres">
      <dgm:prSet presAssocID="{FF6E118E-5248-4711-9E5B-E8998840E26C}" presName="nodeRect" presStyleLbl="alignNode1" presStyleIdx="2" presStyleCnt="4">
        <dgm:presLayoutVars>
          <dgm:bulletEnabled val="1"/>
        </dgm:presLayoutVars>
      </dgm:prSet>
      <dgm:spPr/>
    </dgm:pt>
    <dgm:pt modelId="{BE228B41-9979-4066-A340-AFEBC5277998}" type="pres">
      <dgm:prSet presAssocID="{D23BA56D-235E-43A3-95E1-F985377967B1}" presName="sibTrans" presStyleCnt="0"/>
      <dgm:spPr/>
    </dgm:pt>
    <dgm:pt modelId="{AE095FBC-D7BE-427E-9429-8EF21649F5AC}" type="pres">
      <dgm:prSet presAssocID="{DB235764-B989-45DA-91EA-0A76F3225413}" presName="compositeNode" presStyleCnt="0">
        <dgm:presLayoutVars>
          <dgm:bulletEnabled val="1"/>
        </dgm:presLayoutVars>
      </dgm:prSet>
      <dgm:spPr/>
    </dgm:pt>
    <dgm:pt modelId="{A367D6D0-C859-47FA-8F2F-86DDBCA554C3}" type="pres">
      <dgm:prSet presAssocID="{DB235764-B989-45DA-91EA-0A76F3225413}" presName="bgRect" presStyleLbl="alignNode1" presStyleIdx="3" presStyleCnt="4"/>
      <dgm:spPr/>
    </dgm:pt>
    <dgm:pt modelId="{7EC1D61E-3496-4067-8FB6-A1C5C9DA49E5}" type="pres">
      <dgm:prSet presAssocID="{06699768-3092-4874-B142-21E026E94FC9}" presName="sibTransNodeRect" presStyleLbl="alignNode1" presStyleIdx="3" presStyleCnt="4">
        <dgm:presLayoutVars>
          <dgm:chMax val="0"/>
          <dgm:bulletEnabled val="1"/>
        </dgm:presLayoutVars>
      </dgm:prSet>
      <dgm:spPr/>
    </dgm:pt>
    <dgm:pt modelId="{5E2FE49D-B50D-485C-858B-68F960D2041F}" type="pres">
      <dgm:prSet presAssocID="{DB235764-B989-45DA-91EA-0A76F3225413}" presName="nodeRect" presStyleLbl="alignNode1" presStyleIdx="3" presStyleCnt="4">
        <dgm:presLayoutVars>
          <dgm:bulletEnabled val="1"/>
        </dgm:presLayoutVars>
      </dgm:prSet>
      <dgm:spPr/>
    </dgm:pt>
  </dgm:ptLst>
  <dgm:cxnLst>
    <dgm:cxn modelId="{403D5A07-FF86-409B-B3B7-D24A83232F55}" type="presOf" srcId="{D23BA56D-235E-43A3-95E1-F985377967B1}" destId="{8F8A4EA4-A029-48DA-8586-7A08B3764268}" srcOrd="0" destOrd="0" presId="urn:microsoft.com/office/officeart/2016/7/layout/LinearBlockProcessNumbered"/>
    <dgm:cxn modelId="{A2A2B309-9847-4D1A-B547-66E9DB3F50AE}" type="presOf" srcId="{2288D393-79A8-43A8-839E-EEC2A016685A}" destId="{1D51B975-D704-4EB7-B33E-F016EEEF7D7F}" srcOrd="0" destOrd="0" presId="urn:microsoft.com/office/officeart/2016/7/layout/LinearBlockProcessNumbered"/>
    <dgm:cxn modelId="{62ACBB3D-AF5A-459D-8564-E2F27E722C10}" type="presOf" srcId="{DB235764-B989-45DA-91EA-0A76F3225413}" destId="{5E2FE49D-B50D-485C-858B-68F960D2041F}" srcOrd="1" destOrd="0" presId="urn:microsoft.com/office/officeart/2016/7/layout/LinearBlockProcessNumbered"/>
    <dgm:cxn modelId="{9A8E686C-7549-4F98-984F-0A4439777621}" type="presOf" srcId="{FF6E118E-5248-4711-9E5B-E8998840E26C}" destId="{5F00691B-AE4B-4EA3-8AD6-598D6FECC3DD}" srcOrd="1" destOrd="0" presId="urn:microsoft.com/office/officeart/2016/7/layout/LinearBlockProcessNumbered"/>
    <dgm:cxn modelId="{99713A4D-30CF-4D7B-8689-FF5BE9AC9CE6}" srcId="{038DDC77-C88D-4FCE-B54D-D8095A7FA436}" destId="{DB235764-B989-45DA-91EA-0A76F3225413}" srcOrd="3" destOrd="0" parTransId="{F8D35EE2-2D1C-47F6-A3DE-91B44B3071CE}" sibTransId="{06699768-3092-4874-B142-21E026E94FC9}"/>
    <dgm:cxn modelId="{E2DC3B86-F7C8-49DA-BA8F-4DE895FABE4B}" type="presOf" srcId="{2288D393-79A8-43A8-839E-EEC2A016685A}" destId="{A9793E0A-A77A-418B-B501-7811713FC560}" srcOrd="1" destOrd="0" presId="urn:microsoft.com/office/officeart/2016/7/layout/LinearBlockProcessNumbered"/>
    <dgm:cxn modelId="{FC4D6594-2475-452C-9D44-957A4A3B2EC2}" srcId="{FF6E118E-5248-4711-9E5B-E8998840E26C}" destId="{558E57A3-7979-4E3E-9F6A-FDDAE0C5EF04}" srcOrd="0" destOrd="0" parTransId="{FCE0ECED-B52B-4359-9614-E133693760CC}" sibTransId="{D99ADE36-D67A-44D2-9A35-CFFE4B3F03D3}"/>
    <dgm:cxn modelId="{5BCDC0B0-F035-472D-B118-F4F077706E7B}" srcId="{038DDC77-C88D-4FCE-B54D-D8095A7FA436}" destId="{FF6E118E-5248-4711-9E5B-E8998840E26C}" srcOrd="2" destOrd="0" parTransId="{8C8F2E7C-A1CB-417F-A31E-2A19572FFA43}" sibTransId="{D23BA56D-235E-43A3-95E1-F985377967B1}"/>
    <dgm:cxn modelId="{A399C8B2-ACCE-4E53-AD8C-25ED99D8DC8B}" type="presOf" srcId="{DEC29CDD-D982-47BC-BC68-351E6B79C8B4}" destId="{C0FA6688-FE59-459B-9BFF-D62BB9861E6E}" srcOrd="0" destOrd="0" presId="urn:microsoft.com/office/officeart/2016/7/layout/LinearBlockProcessNumbered"/>
    <dgm:cxn modelId="{C6A6B3BB-8418-458D-9E88-7CC81AE6B554}" srcId="{038DDC77-C88D-4FCE-B54D-D8095A7FA436}" destId="{F1E7A3FA-3A6F-4525-8438-0FC6C5848692}" srcOrd="1" destOrd="0" parTransId="{BA3DA719-81A1-4369-BB90-4503493AB244}" sibTransId="{1A41CC3F-B008-444B-8689-4D1509BF7E04}"/>
    <dgm:cxn modelId="{699A50C5-1D4A-472F-9C94-A673C7D377E4}" type="presOf" srcId="{FF6E118E-5248-4711-9E5B-E8998840E26C}" destId="{12B473DF-4A6B-4135-A28D-83566FAF1B2E}" srcOrd="0" destOrd="0" presId="urn:microsoft.com/office/officeart/2016/7/layout/LinearBlockProcessNumbered"/>
    <dgm:cxn modelId="{72C1FBCE-E9C9-4355-B4F5-405F6E7D3C39}" type="presOf" srcId="{DB235764-B989-45DA-91EA-0A76F3225413}" destId="{A367D6D0-C859-47FA-8F2F-86DDBCA554C3}" srcOrd="0" destOrd="0" presId="urn:microsoft.com/office/officeart/2016/7/layout/LinearBlockProcessNumbered"/>
    <dgm:cxn modelId="{3146B2D4-F35C-42FF-AC33-560854B488BB}" type="presOf" srcId="{558E57A3-7979-4E3E-9F6A-FDDAE0C5EF04}" destId="{5F00691B-AE4B-4EA3-8AD6-598D6FECC3DD}" srcOrd="0" destOrd="1" presId="urn:microsoft.com/office/officeart/2016/7/layout/LinearBlockProcessNumbered"/>
    <dgm:cxn modelId="{C15843DD-C0C4-49E2-A9B0-14D6BEA05D54}" srcId="{038DDC77-C88D-4FCE-B54D-D8095A7FA436}" destId="{2288D393-79A8-43A8-839E-EEC2A016685A}" srcOrd="0" destOrd="0" parTransId="{18738C34-3021-4088-8B7E-13B739B23E24}" sibTransId="{DEC29CDD-D982-47BC-BC68-351E6B79C8B4}"/>
    <dgm:cxn modelId="{492A99E5-BA2D-48DA-9F78-96D479D61BE6}" type="presOf" srcId="{1A41CC3F-B008-444B-8689-4D1509BF7E04}" destId="{4CB84AB9-CAAE-460E-A5A7-56306871AB75}" srcOrd="0" destOrd="0" presId="urn:microsoft.com/office/officeart/2016/7/layout/LinearBlockProcessNumbered"/>
    <dgm:cxn modelId="{42984DE7-E010-4E92-A4AC-9A3139045232}" type="presOf" srcId="{F1E7A3FA-3A6F-4525-8438-0FC6C5848692}" destId="{6EFDF8D0-5BF1-4755-BCEE-2AA255357E18}" srcOrd="0" destOrd="0" presId="urn:microsoft.com/office/officeart/2016/7/layout/LinearBlockProcessNumbered"/>
    <dgm:cxn modelId="{A26217F4-B0BC-4936-91D1-22CB3EA4EA8D}" type="presOf" srcId="{038DDC77-C88D-4FCE-B54D-D8095A7FA436}" destId="{A09996CB-23D8-46DD-B767-0A65504C1E46}" srcOrd="0" destOrd="0" presId="urn:microsoft.com/office/officeart/2016/7/layout/LinearBlockProcessNumbered"/>
    <dgm:cxn modelId="{8752EDFA-4EA0-4AD0-8A3E-DB23BDEE2BA3}" type="presOf" srcId="{06699768-3092-4874-B142-21E026E94FC9}" destId="{7EC1D61E-3496-4067-8FB6-A1C5C9DA49E5}" srcOrd="0" destOrd="0" presId="urn:microsoft.com/office/officeart/2016/7/layout/LinearBlockProcessNumbered"/>
    <dgm:cxn modelId="{8B11E4FC-4C71-4A84-8DAB-581C4F2DB288}" type="presOf" srcId="{F1E7A3FA-3A6F-4525-8438-0FC6C5848692}" destId="{6EBE434C-3093-4205-9AD0-0DF49A821C31}" srcOrd="1" destOrd="0" presId="urn:microsoft.com/office/officeart/2016/7/layout/LinearBlockProcessNumbered"/>
    <dgm:cxn modelId="{39835B7B-4592-4622-91F6-67CEF7E271BC}" type="presParOf" srcId="{A09996CB-23D8-46DD-B767-0A65504C1E46}" destId="{AFC27830-9EDE-4C68-840B-A9173167EECE}" srcOrd="0" destOrd="0" presId="urn:microsoft.com/office/officeart/2016/7/layout/LinearBlockProcessNumbered"/>
    <dgm:cxn modelId="{81221ABC-ECA7-4F7C-B001-CF1EB216FDD1}" type="presParOf" srcId="{AFC27830-9EDE-4C68-840B-A9173167EECE}" destId="{1D51B975-D704-4EB7-B33E-F016EEEF7D7F}" srcOrd="0" destOrd="0" presId="urn:microsoft.com/office/officeart/2016/7/layout/LinearBlockProcessNumbered"/>
    <dgm:cxn modelId="{7A0E91D9-2A5B-49E4-AA20-E71E5125B619}" type="presParOf" srcId="{AFC27830-9EDE-4C68-840B-A9173167EECE}" destId="{C0FA6688-FE59-459B-9BFF-D62BB9861E6E}" srcOrd="1" destOrd="0" presId="urn:microsoft.com/office/officeart/2016/7/layout/LinearBlockProcessNumbered"/>
    <dgm:cxn modelId="{611C7E01-5883-4451-ACE3-7DD1D2F4809D}" type="presParOf" srcId="{AFC27830-9EDE-4C68-840B-A9173167EECE}" destId="{A9793E0A-A77A-418B-B501-7811713FC560}" srcOrd="2" destOrd="0" presId="urn:microsoft.com/office/officeart/2016/7/layout/LinearBlockProcessNumbered"/>
    <dgm:cxn modelId="{FBF4FE5C-895D-4FFE-A8A7-2D5848F22E56}" type="presParOf" srcId="{A09996CB-23D8-46DD-B767-0A65504C1E46}" destId="{8B39564C-CE83-498F-8C3B-EB39AD7761E8}" srcOrd="1" destOrd="0" presId="urn:microsoft.com/office/officeart/2016/7/layout/LinearBlockProcessNumbered"/>
    <dgm:cxn modelId="{66C37D46-5B92-4EF9-B6AD-21E879F9ADED}" type="presParOf" srcId="{A09996CB-23D8-46DD-B767-0A65504C1E46}" destId="{F32A8AB6-B6EF-41B5-B29D-5685C48CA134}" srcOrd="2" destOrd="0" presId="urn:microsoft.com/office/officeart/2016/7/layout/LinearBlockProcessNumbered"/>
    <dgm:cxn modelId="{6C948537-F241-4C70-BBBC-4EEB50250A5E}" type="presParOf" srcId="{F32A8AB6-B6EF-41B5-B29D-5685C48CA134}" destId="{6EFDF8D0-5BF1-4755-BCEE-2AA255357E18}" srcOrd="0" destOrd="0" presId="urn:microsoft.com/office/officeart/2016/7/layout/LinearBlockProcessNumbered"/>
    <dgm:cxn modelId="{9E5F3466-90D5-4625-9939-8F4AEF5BE4F1}" type="presParOf" srcId="{F32A8AB6-B6EF-41B5-B29D-5685C48CA134}" destId="{4CB84AB9-CAAE-460E-A5A7-56306871AB75}" srcOrd="1" destOrd="0" presId="urn:microsoft.com/office/officeart/2016/7/layout/LinearBlockProcessNumbered"/>
    <dgm:cxn modelId="{FEB94BB7-0925-4434-B1AB-23BDC62339B6}" type="presParOf" srcId="{F32A8AB6-B6EF-41B5-B29D-5685C48CA134}" destId="{6EBE434C-3093-4205-9AD0-0DF49A821C31}" srcOrd="2" destOrd="0" presId="urn:microsoft.com/office/officeart/2016/7/layout/LinearBlockProcessNumbered"/>
    <dgm:cxn modelId="{C63258D2-D942-4CD6-A2A7-15E3E2434F29}" type="presParOf" srcId="{A09996CB-23D8-46DD-B767-0A65504C1E46}" destId="{C5800F6A-FE89-47AD-875D-088AB35FAD55}" srcOrd="3" destOrd="0" presId="urn:microsoft.com/office/officeart/2016/7/layout/LinearBlockProcessNumbered"/>
    <dgm:cxn modelId="{0607FBB9-F805-457A-8E55-552861C6EA4B}" type="presParOf" srcId="{A09996CB-23D8-46DD-B767-0A65504C1E46}" destId="{D88058B1-50A3-406F-807F-E23B18397090}" srcOrd="4" destOrd="0" presId="urn:microsoft.com/office/officeart/2016/7/layout/LinearBlockProcessNumbered"/>
    <dgm:cxn modelId="{7B6EB531-D10D-4174-8236-A9CF8C72BB1D}" type="presParOf" srcId="{D88058B1-50A3-406F-807F-E23B18397090}" destId="{12B473DF-4A6B-4135-A28D-83566FAF1B2E}" srcOrd="0" destOrd="0" presId="urn:microsoft.com/office/officeart/2016/7/layout/LinearBlockProcessNumbered"/>
    <dgm:cxn modelId="{EA2EE547-21E8-48AC-B716-5A4B5167CCAC}" type="presParOf" srcId="{D88058B1-50A3-406F-807F-E23B18397090}" destId="{8F8A4EA4-A029-48DA-8586-7A08B3764268}" srcOrd="1" destOrd="0" presId="urn:microsoft.com/office/officeart/2016/7/layout/LinearBlockProcessNumbered"/>
    <dgm:cxn modelId="{28F5111D-317B-445A-8A12-D97190B0351F}" type="presParOf" srcId="{D88058B1-50A3-406F-807F-E23B18397090}" destId="{5F00691B-AE4B-4EA3-8AD6-598D6FECC3DD}" srcOrd="2" destOrd="0" presId="urn:microsoft.com/office/officeart/2016/7/layout/LinearBlockProcessNumbered"/>
    <dgm:cxn modelId="{3BFBCBBD-EE36-4AA0-9CF6-39E8CE743C21}" type="presParOf" srcId="{A09996CB-23D8-46DD-B767-0A65504C1E46}" destId="{BE228B41-9979-4066-A340-AFEBC5277998}" srcOrd="5" destOrd="0" presId="urn:microsoft.com/office/officeart/2016/7/layout/LinearBlockProcessNumbered"/>
    <dgm:cxn modelId="{FA94A4B4-D2D0-4BA8-9DEB-C3841BCB508E}" type="presParOf" srcId="{A09996CB-23D8-46DD-B767-0A65504C1E46}" destId="{AE095FBC-D7BE-427E-9429-8EF21649F5AC}" srcOrd="6" destOrd="0" presId="urn:microsoft.com/office/officeart/2016/7/layout/LinearBlockProcessNumbered"/>
    <dgm:cxn modelId="{B32AD1FD-5620-48D0-A70F-7302EF1585A6}" type="presParOf" srcId="{AE095FBC-D7BE-427E-9429-8EF21649F5AC}" destId="{A367D6D0-C859-47FA-8F2F-86DDBCA554C3}" srcOrd="0" destOrd="0" presId="urn:microsoft.com/office/officeart/2016/7/layout/LinearBlockProcessNumbered"/>
    <dgm:cxn modelId="{0A5EC960-F69A-4540-8F33-024427DFA269}" type="presParOf" srcId="{AE095FBC-D7BE-427E-9429-8EF21649F5AC}" destId="{7EC1D61E-3496-4067-8FB6-A1C5C9DA49E5}" srcOrd="1" destOrd="0" presId="urn:microsoft.com/office/officeart/2016/7/layout/LinearBlockProcessNumbered"/>
    <dgm:cxn modelId="{F2C145A7-C613-4B6D-B803-F6703C7A071C}" type="presParOf" srcId="{AE095FBC-D7BE-427E-9429-8EF21649F5AC}" destId="{5E2FE49D-B50D-485C-858B-68F960D2041F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51B975-D704-4EB7-B33E-F016EEEF7D7F}">
      <dsp:nvSpPr>
        <dsp:cNvPr id="0" name=""/>
        <dsp:cNvSpPr/>
      </dsp:nvSpPr>
      <dsp:spPr>
        <a:xfrm>
          <a:off x="205" y="687670"/>
          <a:ext cx="2479997" cy="297599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4969" tIns="0" rIns="244969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TAP Interface </a:t>
          </a:r>
          <a:r>
            <a:rPr lang="en-US" sz="1500" kern="1200" dirty="0"/>
            <a:t>- Layer 2 counterpart to TUN; passes Ethernet frames</a:t>
          </a:r>
        </a:p>
      </dsp:txBody>
      <dsp:txXfrm>
        <a:off x="205" y="1878069"/>
        <a:ext cx="2479997" cy="1785598"/>
      </dsp:txXfrm>
    </dsp:sp>
    <dsp:sp modelId="{C0FA6688-FE59-459B-9BFF-D62BB9861E6E}">
      <dsp:nvSpPr>
        <dsp:cNvPr id="0" name=""/>
        <dsp:cNvSpPr/>
      </dsp:nvSpPr>
      <dsp:spPr>
        <a:xfrm>
          <a:off x="205" y="687670"/>
          <a:ext cx="2479997" cy="1190398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4969" tIns="165100" rIns="244969" bIns="165100" numCol="1" spcCol="1270" anchor="ctr" anchorCtr="0">
          <a:noAutofit/>
        </a:bodyPr>
        <a:lstStyle/>
        <a:p>
          <a:pPr marL="0" lvl="0" indent="0" algn="l" defTabSz="2711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100" kern="1200"/>
            <a:t>01</a:t>
          </a:r>
        </a:p>
      </dsp:txBody>
      <dsp:txXfrm>
        <a:off x="205" y="687670"/>
        <a:ext cx="2479997" cy="1190398"/>
      </dsp:txXfrm>
    </dsp:sp>
    <dsp:sp modelId="{6EFDF8D0-5BF1-4755-BCEE-2AA255357E18}">
      <dsp:nvSpPr>
        <dsp:cNvPr id="0" name=""/>
        <dsp:cNvSpPr/>
      </dsp:nvSpPr>
      <dsp:spPr>
        <a:xfrm>
          <a:off x="2678602" y="687670"/>
          <a:ext cx="2479997" cy="2975996"/>
        </a:xfrm>
        <a:prstGeom prst="rect">
          <a:avLst/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accent5">
              <a:hueOff val="-4050717"/>
              <a:satOff val="-275"/>
              <a:lumOff val="65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4969" tIns="0" rIns="244969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Bridging</a:t>
          </a:r>
          <a:r>
            <a:rPr lang="en-US" sz="1500" kern="1200" dirty="0"/>
            <a:t> - connects two networks as one segment (vs. routing which keeps them separate)</a:t>
          </a:r>
        </a:p>
      </dsp:txBody>
      <dsp:txXfrm>
        <a:off x="2678602" y="1878069"/>
        <a:ext cx="2479997" cy="1785598"/>
      </dsp:txXfrm>
    </dsp:sp>
    <dsp:sp modelId="{4CB84AB9-CAAE-460E-A5A7-56306871AB75}">
      <dsp:nvSpPr>
        <dsp:cNvPr id="0" name=""/>
        <dsp:cNvSpPr/>
      </dsp:nvSpPr>
      <dsp:spPr>
        <a:xfrm>
          <a:off x="2678602" y="687670"/>
          <a:ext cx="2479997" cy="1190398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4969" tIns="165100" rIns="244969" bIns="165100" numCol="1" spcCol="1270" anchor="ctr" anchorCtr="0">
          <a:noAutofit/>
        </a:bodyPr>
        <a:lstStyle/>
        <a:p>
          <a:pPr marL="0" lvl="0" indent="0" algn="l" defTabSz="2711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100" kern="1200"/>
            <a:t>02</a:t>
          </a:r>
        </a:p>
      </dsp:txBody>
      <dsp:txXfrm>
        <a:off x="2678602" y="687670"/>
        <a:ext cx="2479997" cy="1190398"/>
      </dsp:txXfrm>
    </dsp:sp>
    <dsp:sp modelId="{12B473DF-4A6B-4135-A28D-83566FAF1B2E}">
      <dsp:nvSpPr>
        <dsp:cNvPr id="0" name=""/>
        <dsp:cNvSpPr/>
      </dsp:nvSpPr>
      <dsp:spPr>
        <a:xfrm>
          <a:off x="5356999" y="687670"/>
          <a:ext cx="2479997" cy="2975996"/>
        </a:xfrm>
        <a:prstGeom prst="rect">
          <a:avLst/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accent5">
              <a:hueOff val="-8101434"/>
              <a:satOff val="-551"/>
              <a:lumOff val="130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4969" tIns="0" rIns="244969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Promiscuous Mode </a:t>
          </a:r>
          <a:r>
            <a:rPr lang="en-US" sz="1500" kern="1200" dirty="0"/>
            <a:t>- lets a NIC capture all traffic, not just its own; required for bridging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ping / telnet - tools used to verify the tunnel works (§22.6)</a:t>
          </a:r>
        </a:p>
      </dsp:txBody>
      <dsp:txXfrm>
        <a:off x="5356999" y="1878069"/>
        <a:ext cx="2479997" cy="1785598"/>
      </dsp:txXfrm>
    </dsp:sp>
    <dsp:sp modelId="{8F8A4EA4-A029-48DA-8586-7A08B3764268}">
      <dsp:nvSpPr>
        <dsp:cNvPr id="0" name=""/>
        <dsp:cNvSpPr/>
      </dsp:nvSpPr>
      <dsp:spPr>
        <a:xfrm>
          <a:off x="5356999" y="687670"/>
          <a:ext cx="2479997" cy="1190398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4969" tIns="165100" rIns="244969" bIns="165100" numCol="1" spcCol="1270" anchor="ctr" anchorCtr="0">
          <a:noAutofit/>
        </a:bodyPr>
        <a:lstStyle/>
        <a:p>
          <a:pPr marL="0" lvl="0" indent="0" algn="l" defTabSz="2711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100" kern="1200"/>
            <a:t>03</a:t>
          </a:r>
        </a:p>
      </dsp:txBody>
      <dsp:txXfrm>
        <a:off x="5356999" y="687670"/>
        <a:ext cx="2479997" cy="1190398"/>
      </dsp:txXfrm>
    </dsp:sp>
    <dsp:sp modelId="{A367D6D0-C859-47FA-8F2F-86DDBCA554C3}">
      <dsp:nvSpPr>
        <dsp:cNvPr id="0" name=""/>
        <dsp:cNvSpPr/>
      </dsp:nvSpPr>
      <dsp:spPr>
        <a:xfrm>
          <a:off x="8035397" y="687670"/>
          <a:ext cx="2479997" cy="2975996"/>
        </a:xfrm>
        <a:prstGeom prst="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4969" tIns="0" rIns="244969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IP Forwarding </a:t>
          </a:r>
          <a:r>
            <a:rPr lang="en-US" sz="1500" kern="1200" dirty="0"/>
            <a:t>- allows the VPN client/server to act as a router between networks (§22.7)</a:t>
          </a:r>
        </a:p>
      </dsp:txBody>
      <dsp:txXfrm>
        <a:off x="8035397" y="1878069"/>
        <a:ext cx="2479997" cy="1785598"/>
      </dsp:txXfrm>
    </dsp:sp>
    <dsp:sp modelId="{7EC1D61E-3496-4067-8FB6-A1C5C9DA49E5}">
      <dsp:nvSpPr>
        <dsp:cNvPr id="0" name=""/>
        <dsp:cNvSpPr/>
      </dsp:nvSpPr>
      <dsp:spPr>
        <a:xfrm>
          <a:off x="8035397" y="687670"/>
          <a:ext cx="2479997" cy="1190398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4969" tIns="165100" rIns="244969" bIns="165100" numCol="1" spcCol="1270" anchor="ctr" anchorCtr="0">
          <a:noAutofit/>
        </a:bodyPr>
        <a:lstStyle/>
        <a:p>
          <a:pPr marL="0" lvl="0" indent="0" algn="l" defTabSz="2711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100" kern="1200"/>
            <a:t>04</a:t>
          </a:r>
        </a:p>
      </dsp:txBody>
      <dsp:txXfrm>
        <a:off x="8035397" y="687670"/>
        <a:ext cx="2479997" cy="11903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387921-996D-487E-AEE2-18D823EC40CE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F32188-F630-436F-8EA2-F5C98CD76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11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F32188-F630-436F-8EA2-F5C98CD76E8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4527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F32188-F630-436F-8EA2-F5C98CD76E8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4226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F32188-F630-436F-8EA2-F5C98CD76E8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1353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68068-2555-EB64-2956-88D9B9D73B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4F36EF-B284-5F63-9D68-D40FF3573A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1AA1B-2F86-72BF-FC84-9FEAEC497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F9B4E-E6C3-4A95-9187-CA030EAC29F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BC8DAE-E9BD-5680-6E4B-3F39BBFB9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CD12B-B93B-EC3B-F593-60F7233BD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223C2-963B-4ABF-B2FC-8228F4D70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781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8AD8D-B9B7-61D7-E083-7C3F89B8B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89C563-9506-17C0-B92F-4DB093D966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BAE285-6CC4-416F-4535-886EF5F52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F9B4E-E6C3-4A95-9187-CA030EAC29F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7671DA-C38B-C405-31C7-13A304EB7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BA3656-3769-6504-35A2-111053D45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223C2-963B-4ABF-B2FC-8228F4D70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490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19F2E-A58B-DE02-6808-A58AC43CD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88DD83-5FAB-0AEE-7B74-75ACC103EE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D0D54-9868-1B1E-4429-96857CAC4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F9B4E-E6C3-4A95-9187-CA030EAC29F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3A9C76-F6F0-32C7-4D02-B500CD1A6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98B07-74D0-921B-32B7-BCED69EDF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223C2-963B-4ABF-B2FC-8228F4D70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198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6E3C4-7D3C-AB86-1352-20BDB7867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A1CFA3-E009-B738-97B3-1BABB95E1D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3502F4-7FAA-9330-48FA-DBA6894CF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3BBF51-9CAD-131A-AC69-3AEC7D53B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F9B4E-E6C3-4A95-9187-CA030EAC29F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B358B8-1EFB-92B7-9FC7-8A6402E3F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33506-2189-8F04-A7A8-BBA0C1C4B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223C2-963B-4ABF-B2FC-8228F4D70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870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F3B3A-C067-5DF2-FF17-2DFC059F7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2465BD-FCAD-8123-F195-A6B97B15D0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D2BD3D-15D0-97B4-9E2D-C7965D82BF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929AB6-6739-7BE5-339D-E629C2E97A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8A8DE1-FB07-73AC-CE17-D6DDAD0C51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40BCAE-DB20-89B5-7244-18919A972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F9B4E-E6C3-4A95-9187-CA030EAC29F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EAE491-ACED-5F0A-A92C-90BC7BC0C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4738B6-3DF2-29C6-B0E4-9647FB16B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223C2-963B-4ABF-B2FC-8228F4D70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568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A5147-B3F5-12D6-1B48-12B173660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E421B1-CBFB-41D2-2F96-E3BEF1DEC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F9B4E-E6C3-4A95-9187-CA030EAC29F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A920A1-E53A-77EA-423D-A87642CEA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F26D43-C4A3-B33B-D33F-1B7F4153B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223C2-963B-4ABF-B2FC-8228F4D70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343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10D26B-70E0-E776-54B7-FC4A1517A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F9B4E-E6C3-4A95-9187-CA030EAC29F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580220-F5E5-B0DB-CF71-D866B8A21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F8A6BD-0D75-B8F4-9C6B-AFAF4A662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223C2-963B-4ABF-B2FC-8228F4D70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152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F654C-B80F-50BE-9491-A788BB32E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59921-91AE-E5AA-96F6-E1DEE28CBA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153115-5CA2-BE03-A4FD-A8A3345706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CC3636-EB90-F7ED-1488-26E253D4E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F9B4E-E6C3-4A95-9187-CA030EAC29F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760E59-3E7D-9B63-6026-514C17CE1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01A714-5BA5-5A4B-D115-E491D58A4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223C2-963B-4ABF-B2FC-8228F4D70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808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79730-89C4-5208-D177-B428048E5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FCABEE-6CAB-2A65-A69D-BB53974121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A4A944-73CF-4ECE-A762-F3EDE6325A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D3D5A8-9AB2-EB6E-3BE1-0024B4DE6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F9B4E-E6C3-4A95-9187-CA030EAC29F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1AE848-967D-AEAB-6ADE-7E13AD13E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F6A9A2-1C39-3BBF-2B8F-DE2AB8D99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223C2-963B-4ABF-B2FC-8228F4D70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163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84A1B-ED14-10AF-D921-E1EF0C48C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3AD98B-0B88-8734-CBF8-7CAFFEBD58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1CBF5-8CEA-DF2C-E020-0F4DA7B26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F9B4E-E6C3-4A95-9187-CA030EAC29F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B7B5A-860E-F42C-0CAD-8061D5502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6C9A4B-0D88-EB17-CD0C-3F357E770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223C2-963B-4ABF-B2FC-8228F4D70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926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A19FA3-B95C-D200-42C6-A536F38E12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1725DA-EDD0-F4C6-7755-4BF658B120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6B1E31-04E1-7A80-AC7F-9520693F9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F9B4E-E6C3-4A95-9187-CA030EAC29F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8FDC79-1A49-91FC-1130-655CCA710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9DA0A-09C1-8B00-E73B-82B04B8C6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223C2-963B-4ABF-B2FC-8228F4D70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746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D421E4-9E44-C6C5-D6C2-11C67FFDB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3F1AE3-70F2-3203-4FFC-F0AB894C4C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5666E-C67C-4615-24D9-1028BE55B5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0F9B4E-E6C3-4A95-9187-CA030EAC29F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EF9B9B-5C36-A650-F981-F91A32F157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21AA7-3EF8-BC29-FB44-004630443E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0223C2-963B-4ABF-B2FC-8228F4D70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292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061A48-F1F6-D6EC-1EBA-7F96FF26EB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2567" y="818984"/>
            <a:ext cx="6714699" cy="3178689"/>
          </a:xfrm>
        </p:spPr>
        <p:txBody>
          <a:bodyPr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VPN Part 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2D0B03-3ACE-D012-AE0F-0DE5AAB009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5397" y="4960961"/>
            <a:ext cx="7055893" cy="1078054"/>
          </a:xfrm>
        </p:spPr>
        <p:txBody>
          <a:bodyPr>
            <a:normAutofit/>
          </a:bodyPr>
          <a:lstStyle/>
          <a:p>
            <a:pPr algn="l"/>
            <a:r>
              <a:rPr lang="en-US">
                <a:solidFill>
                  <a:srgbClr val="FFFFFF"/>
                </a:solidFill>
              </a:rPr>
              <a:t>Matt Smith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5C2F1C-4CE7-159D-BA3F-86AFB913E01B}"/>
              </a:ext>
            </a:extLst>
          </p:cNvPr>
          <p:cNvSpPr txBox="1"/>
          <p:nvPr/>
        </p:nvSpPr>
        <p:spPr>
          <a:xfrm>
            <a:off x="9454244" y="6458374"/>
            <a:ext cx="2846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IS: 8.6–8.9 / CIS: 22.6–22.9</a:t>
            </a:r>
          </a:p>
        </p:txBody>
      </p:sp>
    </p:spTree>
    <p:extLst>
      <p:ext uri="{BB962C8B-B14F-4D97-AF65-F5344CB8AC3E}">
        <p14:creationId xmlns:p14="http://schemas.microsoft.com/office/powerpoint/2010/main" val="2172645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DCF3A0-B628-1405-1B2B-73ADBB855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4959603" cy="1642969"/>
          </a:xfrm>
        </p:spPr>
        <p:txBody>
          <a:bodyPr anchor="b">
            <a:normAutofit/>
          </a:bodyPr>
          <a:lstStyle/>
          <a:p>
            <a:r>
              <a:rPr lang="en-US" sz="4000" dirty="0"/>
              <a:t>Recap: Building a VPN from Scratch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5FB8F-B5C6-20E2-582E-8DA2290613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7" y="2418408"/>
            <a:ext cx="4959603" cy="3522569"/>
          </a:xfrm>
        </p:spPr>
        <p:txBody>
          <a:bodyPr anchor="t">
            <a:normAutofit/>
          </a:bodyPr>
          <a:lstStyle/>
          <a:p>
            <a:r>
              <a:rPr lang="en-US" sz="2000" b="1" dirty="0"/>
              <a:t>Why VPN? </a:t>
            </a:r>
            <a:r>
              <a:rPr lang="en-US" sz="2000" dirty="0"/>
              <a:t>→ Access private networks securely from outside</a:t>
            </a:r>
          </a:p>
          <a:p>
            <a:r>
              <a:rPr lang="en-US" sz="2000" b="1" dirty="0"/>
              <a:t>TLS/SSL Tunnel </a:t>
            </a:r>
            <a:r>
              <a:rPr lang="en-US" sz="2000" dirty="0"/>
              <a:t>→ wrap IP packets inside new packets</a:t>
            </a:r>
          </a:p>
          <a:p>
            <a:r>
              <a:rPr lang="en-US" sz="2000" b="1" dirty="0"/>
              <a:t>TUN Interface </a:t>
            </a:r>
            <a:r>
              <a:rPr lang="en-US" sz="2000" dirty="0"/>
              <a:t>→ virtual NIC that hands packets to our program</a:t>
            </a:r>
          </a:p>
          <a:p>
            <a:r>
              <a:rPr lang="en-US" sz="2000" b="1" dirty="0"/>
              <a:t>Routing</a:t>
            </a:r>
            <a:r>
              <a:rPr lang="en-US" sz="2000" dirty="0"/>
              <a:t> → direct private-bound traffic into the tunnel</a:t>
            </a:r>
          </a:p>
          <a:p>
            <a:r>
              <a:rPr lang="en-US" sz="2000" b="1" dirty="0"/>
              <a:t>Two-way traffic </a:t>
            </a:r>
            <a:r>
              <a:rPr lang="en-US" sz="2000" dirty="0"/>
              <a:t>→ select() monitors both TUN and socket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CA8BF59-E3B5-6E90-4711-FDE4D8F197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91" t="5967" r="1125" b="2064"/>
          <a:stretch>
            <a:fillRect/>
          </a:stretch>
        </p:blipFill>
        <p:spPr>
          <a:xfrm>
            <a:off x="6461322" y="1102410"/>
            <a:ext cx="5201023" cy="2631996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A705ED-1B7B-8F4C-0798-7D5D1A281DCC}"/>
              </a:ext>
            </a:extLst>
          </p:cNvPr>
          <p:cNvSpPr txBox="1"/>
          <p:nvPr/>
        </p:nvSpPr>
        <p:spPr>
          <a:xfrm>
            <a:off x="9345956" y="6488668"/>
            <a:ext cx="2846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IS: 8.1–8.5 / CIS: 22.1–22.5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2D638A-4853-E82A-CD8F-F03EAD03918A}"/>
              </a:ext>
            </a:extLst>
          </p:cNvPr>
          <p:cNvSpPr txBox="1"/>
          <p:nvPr/>
        </p:nvSpPr>
        <p:spPr>
          <a:xfrm>
            <a:off x="-1" y="6488668"/>
            <a:ext cx="30055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VPN Part 1 (Carlos)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5CD00D-1E8B-0067-A19E-3E7B7E5F8ADE}"/>
              </a:ext>
            </a:extLst>
          </p:cNvPr>
          <p:cNvSpPr txBox="1"/>
          <p:nvPr/>
        </p:nvSpPr>
        <p:spPr>
          <a:xfrm>
            <a:off x="8863051" y="3978720"/>
            <a:ext cx="3082456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b="1" u="sng" dirty="0"/>
              <a:t>Abbreviations</a:t>
            </a:r>
          </a:p>
          <a:p>
            <a:r>
              <a:rPr lang="en-US" dirty="0"/>
              <a:t>Virtual Private Network (VPN)</a:t>
            </a:r>
          </a:p>
          <a:p>
            <a:r>
              <a:rPr lang="en-US" dirty="0"/>
              <a:t>Transport Layer Security (TLS)</a:t>
            </a:r>
          </a:p>
          <a:p>
            <a:r>
              <a:rPr lang="en-US" dirty="0"/>
              <a:t>Secure Sockets Layer (SSL)</a:t>
            </a:r>
          </a:p>
          <a:p>
            <a:r>
              <a:rPr lang="en-US" dirty="0"/>
              <a:t>Internet Protocol (IP)</a:t>
            </a:r>
          </a:p>
          <a:p>
            <a:r>
              <a:rPr lang="en-US" dirty="0"/>
              <a:t>Network </a:t>
            </a:r>
            <a:r>
              <a:rPr lang="en-US" dirty="0" err="1"/>
              <a:t>TUNnel</a:t>
            </a:r>
            <a:r>
              <a:rPr lang="en-US" dirty="0"/>
              <a:t> (TUN)</a:t>
            </a:r>
          </a:p>
          <a:p>
            <a:r>
              <a:rPr lang="en-US" dirty="0"/>
              <a:t>Network Interface Card (NIC)</a:t>
            </a:r>
          </a:p>
        </p:txBody>
      </p:sp>
    </p:spTree>
    <p:extLst>
      <p:ext uri="{BB962C8B-B14F-4D97-AF65-F5344CB8AC3E}">
        <p14:creationId xmlns:p14="http://schemas.microsoft.com/office/powerpoint/2010/main" val="2751060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1" name="Rectangle 4100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36D3F0-2A5B-0DA5-AE4A-CAEBACA78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4959603" cy="1642969"/>
          </a:xfrm>
        </p:spPr>
        <p:txBody>
          <a:bodyPr anchor="b">
            <a:normAutofit/>
          </a:bodyPr>
          <a:lstStyle/>
          <a:p>
            <a:r>
              <a:rPr lang="en-US" sz="4000" dirty="0"/>
              <a:t>Why This Matters: VPNs in the Real World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E48DD-4E3C-5E57-C9E7-6502B93726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7" y="2418408"/>
            <a:ext cx="4959603" cy="3522569"/>
          </a:xfrm>
        </p:spPr>
        <p:txBody>
          <a:bodyPr anchor="t">
            <a:normAutofit/>
          </a:bodyPr>
          <a:lstStyle/>
          <a:p>
            <a:r>
              <a:rPr lang="en-US" sz="2000" b="1" dirty="0"/>
              <a:t>Private networks exist everywhere</a:t>
            </a:r>
            <a:r>
              <a:rPr lang="en-US" sz="2000" dirty="0"/>
              <a:t>: companies, hospitals, universities</a:t>
            </a:r>
          </a:p>
          <a:p>
            <a:r>
              <a:rPr lang="en-US" sz="2000" dirty="0"/>
              <a:t>Remote work &amp; multi-site organizations demand secure access across the public Internet</a:t>
            </a:r>
          </a:p>
          <a:p>
            <a:r>
              <a:rPr lang="en-US" sz="2000" b="1" dirty="0"/>
              <a:t>Without VPN</a:t>
            </a:r>
            <a:r>
              <a:rPr lang="en-US" sz="2000" dirty="0"/>
              <a:t>: traffic is exposed to capture, modification, and spoofing</a:t>
            </a:r>
          </a:p>
          <a:p>
            <a:r>
              <a:rPr lang="en-US" sz="2000" b="1" dirty="0"/>
              <a:t>With VPN</a:t>
            </a:r>
            <a:r>
              <a:rPr lang="en-US" sz="2000" dirty="0"/>
              <a:t>: traffic travels through an encrypted tunnel: invisible to outsiders</a:t>
            </a:r>
          </a:p>
        </p:txBody>
      </p:sp>
      <p:pic>
        <p:nvPicPr>
          <p:cNvPr id="4099" name="Picture 3" descr="Remote Work Security">
            <a:extLst>
              <a:ext uri="{FF2B5EF4-FFF2-40B4-BE49-F238E27FC236}">
                <a16:creationId xmlns:a16="http://schemas.microsoft.com/office/drawing/2014/main" id="{0D879D3F-3850-4B4B-22A0-13FD94CA5F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579" b="7526"/>
          <a:stretch>
            <a:fillRect/>
          </a:stretch>
        </p:blipFill>
        <p:spPr bwMode="auto">
          <a:xfrm>
            <a:off x="6245807" y="2144990"/>
            <a:ext cx="5796385" cy="2430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2" name="Rectangle 4101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8" name="Rectangle 4107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E23087-8025-2281-9DCB-65ECD7523720}"/>
              </a:ext>
            </a:extLst>
          </p:cNvPr>
          <p:cNvSpPr txBox="1"/>
          <p:nvPr/>
        </p:nvSpPr>
        <p:spPr>
          <a:xfrm>
            <a:off x="-1" y="6488668"/>
            <a:ext cx="32043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Intro - Significance of the Topic</a:t>
            </a:r>
          </a:p>
        </p:txBody>
      </p:sp>
    </p:spTree>
    <p:extLst>
      <p:ext uri="{BB962C8B-B14F-4D97-AF65-F5344CB8AC3E}">
        <p14:creationId xmlns:p14="http://schemas.microsoft.com/office/powerpoint/2010/main" val="1777297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2621CB-51F5-1D1C-F297-12D2346FF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39BD653-B653-B127-523C-9E8CA1DF35F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870B64-D63C-E68D-5AD1-5609B08DB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New Terms for Part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7AC9A6-F3CB-2ED9-C866-B48053597D38}"/>
              </a:ext>
            </a:extLst>
          </p:cNvPr>
          <p:cNvSpPr txBox="1"/>
          <p:nvPr/>
        </p:nvSpPr>
        <p:spPr>
          <a:xfrm>
            <a:off x="8998223" y="74630"/>
            <a:ext cx="3082456" cy="7232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b="1" u="sng" dirty="0"/>
              <a:t>Abbreviations</a:t>
            </a:r>
            <a:endParaRPr lang="en-US" b="1" u="sng"/>
          </a:p>
          <a:p>
            <a:pPr>
              <a:spcAft>
                <a:spcPts val="600"/>
              </a:spcAft>
            </a:pPr>
            <a:r>
              <a:rPr lang="en-US" dirty="0"/>
              <a:t>Network Tap (TAP)</a:t>
            </a:r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A0CF3E0-C11B-4617-15CF-E4DB5F5D3F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482318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62553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4DF55BE-B4AB-4BA1-BDE1-E9F7FB3F1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88B461-399D-4D36-7265-F79451C91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275145"/>
            <a:ext cx="6155722" cy="16846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/>
              <a:t>The OSI Problem VPNs Solve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3929D5-F28A-00F4-04F3-397CA273CD4A}"/>
              </a:ext>
            </a:extLst>
          </p:cNvPr>
          <p:cNvSpPr txBox="1"/>
          <p:nvPr/>
        </p:nvSpPr>
        <p:spPr>
          <a:xfrm>
            <a:off x="838201" y="1678265"/>
            <a:ext cx="5981278" cy="36905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/>
              <a:t>Layer 3 VPN (TUN):</a:t>
            </a:r>
            <a:r>
              <a:rPr lang="en-US" altLang="en-US" sz="2000" dirty="0"/>
              <a:t> uses </a:t>
            </a:r>
            <a:r>
              <a:rPr lang="en-US" altLang="en-US" sz="2000" i="1" dirty="0"/>
              <a:t>routing</a:t>
            </a:r>
            <a:r>
              <a:rPr lang="en-US" altLang="en-US" sz="2000" dirty="0"/>
              <a:t> to direct traffic into the tunnel </a:t>
            </a:r>
          </a:p>
          <a:p>
            <a:pPr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/>
              <a:t>Layer 2 VPN (TAP):</a:t>
            </a:r>
            <a:r>
              <a:rPr lang="en-US" altLang="en-US" sz="2000" dirty="0"/>
              <a:t> uses </a:t>
            </a:r>
            <a:r>
              <a:rPr lang="en-US" altLang="en-US" sz="2000" i="1" dirty="0"/>
              <a:t>bridging</a:t>
            </a:r>
            <a:r>
              <a:rPr lang="en-US" altLang="en-US" sz="2000" dirty="0"/>
              <a:t> so traffic appears on both networks as one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16DF3B6-02E6-99EA-BF97-33893BFECC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286"/>
          <a:stretch>
            <a:fillRect/>
          </a:stretch>
        </p:blipFill>
        <p:spPr>
          <a:xfrm>
            <a:off x="7187524" y="275145"/>
            <a:ext cx="4810874" cy="2419450"/>
          </a:xfrm>
          <a:prstGeom prst="rect">
            <a:avLst/>
          </a:prstGeom>
        </p:spPr>
      </p:pic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3F1178B-7001-3FAC-C217-88E6EC543E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1168622"/>
              </p:ext>
            </p:extLst>
          </p:nvPr>
        </p:nvGraphicFramePr>
        <p:xfrm>
          <a:off x="394826" y="3127448"/>
          <a:ext cx="6599097" cy="2890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447">
                  <a:extLst>
                    <a:ext uri="{9D8B030D-6E8A-4147-A177-3AD203B41FA5}">
                      <a16:colId xmlns:a16="http://schemas.microsoft.com/office/drawing/2014/main" val="2349468569"/>
                    </a:ext>
                  </a:extLst>
                </a:gridCol>
                <a:gridCol w="959497">
                  <a:extLst>
                    <a:ext uri="{9D8B030D-6E8A-4147-A177-3AD203B41FA5}">
                      <a16:colId xmlns:a16="http://schemas.microsoft.com/office/drawing/2014/main" val="2696356932"/>
                    </a:ext>
                  </a:extLst>
                </a:gridCol>
                <a:gridCol w="2114383">
                  <a:extLst>
                    <a:ext uri="{9D8B030D-6E8A-4147-A177-3AD203B41FA5}">
                      <a16:colId xmlns:a16="http://schemas.microsoft.com/office/drawing/2014/main" val="1536964791"/>
                    </a:ext>
                  </a:extLst>
                </a:gridCol>
                <a:gridCol w="1793770">
                  <a:extLst>
                    <a:ext uri="{9D8B030D-6E8A-4147-A177-3AD203B41FA5}">
                      <a16:colId xmlns:a16="http://schemas.microsoft.com/office/drawing/2014/main" val="3621617622"/>
                    </a:ext>
                  </a:extLst>
                </a:gridCol>
              </a:tblGrid>
              <a:tr h="5547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OSI Layer</a:t>
                      </a:r>
                    </a:p>
                  </a:txBody>
                  <a:tcPr marL="73928" marR="73928" marT="36964" marB="3696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Role</a:t>
                      </a:r>
                    </a:p>
                  </a:txBody>
                  <a:tcPr marL="73928" marR="73928" marT="36964" marB="3696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VPN Challenge</a:t>
                      </a:r>
                    </a:p>
                  </a:txBody>
                  <a:tcPr marL="73928" marR="73928" marT="36964" marB="3696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OSI Layer</a:t>
                      </a:r>
                    </a:p>
                  </a:txBody>
                  <a:tcPr marL="73928" marR="73928" marT="36964" marB="36964" anchor="ctr"/>
                </a:tc>
                <a:extLst>
                  <a:ext uri="{0D108BD9-81ED-4DB2-BD59-A6C34878D82A}">
                    <a16:rowId xmlns:a16="http://schemas.microsoft.com/office/drawing/2014/main" val="537523650"/>
                  </a:ext>
                </a:extLst>
              </a:tr>
              <a:tr h="7784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Layer 3 (Network)</a:t>
                      </a:r>
                    </a:p>
                  </a:txBody>
                  <a:tcPr marL="73928" marR="73928" marT="36964" marB="3696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IP routing</a:t>
                      </a:r>
                    </a:p>
                  </a:txBody>
                  <a:tcPr marL="73928" marR="73928" marT="36964" marB="3696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Can't encrypt IP header as routers need it</a:t>
                      </a:r>
                    </a:p>
                  </a:txBody>
                  <a:tcPr marL="73928" marR="73928" marT="36964" marB="3696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Layer 3 (Network)</a:t>
                      </a:r>
                    </a:p>
                  </a:txBody>
                  <a:tcPr marL="73928" marR="73928" marT="36964" marB="36964" anchor="ctr"/>
                </a:tc>
                <a:extLst>
                  <a:ext uri="{0D108BD9-81ED-4DB2-BD59-A6C34878D82A}">
                    <a16:rowId xmlns:a16="http://schemas.microsoft.com/office/drawing/2014/main" val="832785823"/>
                  </a:ext>
                </a:extLst>
              </a:tr>
              <a:tr h="7784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Layer 4 (Transport)</a:t>
                      </a:r>
                    </a:p>
                  </a:txBody>
                  <a:tcPr marL="73928" marR="73928" marT="36964" marB="3696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TCP/UDP</a:t>
                      </a:r>
                    </a:p>
                  </a:txBody>
                  <a:tcPr marL="73928" marR="73928" marT="36964" marB="3696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TLS/SSL tunneling operates here</a:t>
                      </a:r>
                    </a:p>
                  </a:txBody>
                  <a:tcPr marL="73928" marR="73928" marT="36964" marB="3696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Layer 4 (Transport)</a:t>
                      </a:r>
                    </a:p>
                  </a:txBody>
                  <a:tcPr marL="73928" marR="73928" marT="36964" marB="36964" anchor="ctr"/>
                </a:tc>
                <a:extLst>
                  <a:ext uri="{0D108BD9-81ED-4DB2-BD59-A6C34878D82A}">
                    <a16:rowId xmlns:a16="http://schemas.microsoft.com/office/drawing/2014/main" val="2511952844"/>
                  </a:ext>
                </a:extLst>
              </a:tr>
              <a:tr h="7784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Layer 2 (Data Link)</a:t>
                      </a:r>
                    </a:p>
                  </a:txBody>
                  <a:tcPr marL="73928" marR="73928" marT="36964" marB="3696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Ethernet frames</a:t>
                      </a:r>
                    </a:p>
                  </a:txBody>
                  <a:tcPr marL="73928" marR="73928" marT="36964" marB="3696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TAP interface bridges at this level</a:t>
                      </a:r>
                    </a:p>
                  </a:txBody>
                  <a:tcPr marL="73928" marR="73928" marT="36964" marB="3696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Layer 2 (Data Link)</a:t>
                      </a:r>
                    </a:p>
                  </a:txBody>
                  <a:tcPr marL="73928" marR="73928" marT="36964" marB="36964" anchor="ctr"/>
                </a:tc>
                <a:extLst>
                  <a:ext uri="{0D108BD9-81ED-4DB2-BD59-A6C34878D82A}">
                    <a16:rowId xmlns:a16="http://schemas.microsoft.com/office/drawing/2014/main" val="1269813513"/>
                  </a:ext>
                </a:extLst>
              </a:tr>
            </a:tbl>
          </a:graphicData>
        </a:graphic>
      </p:graphicFrame>
      <p:pic>
        <p:nvPicPr>
          <p:cNvPr id="5125" name="Picture 5" descr="OSI Model Reference Guide (With Examples)">
            <a:extLst>
              <a:ext uri="{FF2B5EF4-FFF2-40B4-BE49-F238E27FC236}">
                <a16:creationId xmlns:a16="http://schemas.microsoft.com/office/drawing/2014/main" id="{63BFAC55-080E-2A75-EF46-8EA9D9B225C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24" r="21400"/>
          <a:stretch>
            <a:fillRect/>
          </a:stretch>
        </p:blipFill>
        <p:spPr bwMode="auto">
          <a:xfrm>
            <a:off x="7187524" y="2799055"/>
            <a:ext cx="3056370" cy="3569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C5E7754-C957-00FF-4702-8BBD1C7092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049" y="6398659"/>
            <a:ext cx="12192000" cy="4692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BE6D306-23D9-CEC1-9A05-26AA3E3889DF}"/>
              </a:ext>
            </a:extLst>
          </p:cNvPr>
          <p:cNvSpPr txBox="1"/>
          <p:nvPr/>
        </p:nvSpPr>
        <p:spPr>
          <a:xfrm>
            <a:off x="-1" y="6488668"/>
            <a:ext cx="52240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Intro - The Specific Problem Within OSI Layers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D77B73-0EBB-26E5-9A31-DB7CFE69DAEF}"/>
              </a:ext>
            </a:extLst>
          </p:cNvPr>
          <p:cNvSpPr txBox="1"/>
          <p:nvPr/>
        </p:nvSpPr>
        <p:spPr>
          <a:xfrm>
            <a:off x="9923227" y="3290116"/>
            <a:ext cx="377026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7</a:t>
            </a:r>
          </a:p>
          <a:p>
            <a:r>
              <a:rPr lang="en-US" sz="2800" dirty="0"/>
              <a:t>6</a:t>
            </a:r>
          </a:p>
          <a:p>
            <a:r>
              <a:rPr lang="en-US" sz="2800" dirty="0"/>
              <a:t>5</a:t>
            </a:r>
          </a:p>
          <a:p>
            <a:r>
              <a:rPr lang="en-US" sz="2800" dirty="0"/>
              <a:t>4</a:t>
            </a:r>
          </a:p>
          <a:p>
            <a:r>
              <a:rPr lang="en-US" sz="2800" dirty="0"/>
              <a:t>3</a:t>
            </a:r>
          </a:p>
          <a:p>
            <a:r>
              <a:rPr lang="en-US" sz="2800" dirty="0"/>
              <a:t>2</a:t>
            </a:r>
          </a:p>
          <a:p>
            <a:r>
              <a:rPr lang="en-US" sz="28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4281283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F0EE0-BDE2-719A-71A4-DF32EE2A0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We're Covering Today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2E5452D-7D6D-A012-7DA6-E9567FF0F8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3928760"/>
              </p:ext>
            </p:extLst>
          </p:nvPr>
        </p:nvGraphicFramePr>
        <p:xfrm>
          <a:off x="838200" y="1563231"/>
          <a:ext cx="9029369" cy="47764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8302">
                  <a:extLst>
                    <a:ext uri="{9D8B030D-6E8A-4147-A177-3AD203B41FA5}">
                      <a16:colId xmlns:a16="http://schemas.microsoft.com/office/drawing/2014/main" val="3315518418"/>
                    </a:ext>
                  </a:extLst>
                </a:gridCol>
                <a:gridCol w="7651067">
                  <a:extLst>
                    <a:ext uri="{9D8B030D-6E8A-4147-A177-3AD203B41FA5}">
                      <a16:colId xmlns:a16="http://schemas.microsoft.com/office/drawing/2014/main" val="1324839663"/>
                    </a:ext>
                  </a:extLst>
                </a:gridCol>
              </a:tblGrid>
              <a:tr h="477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60766"/>
                  </a:ext>
                </a:extLst>
              </a:tr>
              <a:tr h="477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Recap: VPN Part 1 (CIS 22.1-22.5)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0903078"/>
                  </a:ext>
                </a:extLst>
              </a:tr>
              <a:tr h="477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dirty="0"/>
                        <a:t>Intro: Significance, OSI Context &amp; Terminology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1702459"/>
                  </a:ext>
                </a:extLst>
              </a:tr>
              <a:tr h="477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Background: Topology, Implementation &amp; Protocol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4475859"/>
                  </a:ext>
                </a:extLst>
              </a:tr>
              <a:tr h="477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Live Demos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6296064"/>
                  </a:ext>
                </a:extLst>
              </a:tr>
              <a:tr h="477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Conclusion: Summary, Solution &amp; Future Research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1067789"/>
                  </a:ext>
                </a:extLst>
              </a:tr>
              <a:tr h="477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Popular VPNs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2140017"/>
                  </a:ext>
                </a:extLst>
              </a:tr>
              <a:tr h="477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Self-Reflection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2419505"/>
                  </a:ext>
                </a:extLst>
              </a:tr>
              <a:tr h="477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Connection to VPN Tunneling (IS: Ch. 9)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60050"/>
                  </a:ext>
                </a:extLst>
              </a:tr>
              <a:tr h="477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Q&amp;A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2507274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F2B7C78C-19FA-0FD6-206E-A864855EED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049" y="6398659"/>
            <a:ext cx="12192000" cy="4692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214568B-58A2-07D3-C882-86EFA19B3EB5}"/>
              </a:ext>
            </a:extLst>
          </p:cNvPr>
          <p:cNvSpPr txBox="1"/>
          <p:nvPr/>
        </p:nvSpPr>
        <p:spPr>
          <a:xfrm>
            <a:off x="-1" y="6488668"/>
            <a:ext cx="52240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Intro - Presentation Outline</a:t>
            </a:r>
          </a:p>
        </p:txBody>
      </p:sp>
    </p:spTree>
    <p:extLst>
      <p:ext uri="{BB962C8B-B14F-4D97-AF65-F5344CB8AC3E}">
        <p14:creationId xmlns:p14="http://schemas.microsoft.com/office/powerpoint/2010/main" val="19461061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CE411D-160C-03E5-5493-24591B383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1381125"/>
            <a:ext cx="4959603" cy="763865"/>
          </a:xfrm>
        </p:spPr>
        <p:txBody>
          <a:bodyPr anchor="b">
            <a:normAutofit/>
          </a:bodyPr>
          <a:lstStyle/>
          <a:p>
            <a:r>
              <a:rPr lang="en-US" sz="4000" dirty="0"/>
              <a:t>Network 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85751C-BF87-FFC0-EEF7-692539900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416" y="2232859"/>
            <a:ext cx="5357631" cy="3522569"/>
          </a:xfrm>
        </p:spPr>
        <p:txBody>
          <a:bodyPr anchor="t">
            <a:norm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VPN Client </a:t>
            </a:r>
            <a:r>
              <a:rPr lang="en-US" sz="2000" dirty="0"/>
              <a:t>- tun0: 10.4.2.99, eth: 10.0.2.68</a:t>
            </a:r>
          </a:p>
          <a:p>
            <a:r>
              <a:rPr lang="en-US" sz="2000" b="1" dirty="0">
                <a:solidFill>
                  <a:srgbClr val="00B050"/>
                </a:solidFill>
              </a:rPr>
              <a:t>VPN Server </a:t>
            </a:r>
            <a:r>
              <a:rPr lang="en-US" sz="2000" dirty="0"/>
              <a:t>- tun0: 10.4.2.5, eth: 10.0.2.69, LAN: 192.168.60.1</a:t>
            </a:r>
          </a:p>
          <a:p>
            <a:r>
              <a:rPr lang="en-US" sz="2000" b="1" dirty="0">
                <a:solidFill>
                  <a:srgbClr val="00B0F0"/>
                </a:solidFill>
              </a:rPr>
              <a:t>Private Network behind server </a:t>
            </a:r>
            <a:r>
              <a:rPr lang="en-US" sz="2000" dirty="0"/>
              <a:t>- 192.168.60.0/24</a:t>
            </a:r>
          </a:p>
          <a:p>
            <a:r>
              <a:rPr lang="en-US" sz="2000" b="1" dirty="0">
                <a:solidFill>
                  <a:srgbClr val="FFC000"/>
                </a:solidFill>
              </a:rPr>
              <a:t>Host V </a:t>
            </a:r>
            <a:r>
              <a:rPr lang="en-US" sz="2000" dirty="0"/>
              <a:t>- 192.168.60.6</a:t>
            </a:r>
          </a:p>
          <a:p>
            <a:r>
              <a:rPr lang="en-US" sz="2000" b="1" dirty="0">
                <a:solidFill>
                  <a:srgbClr val="7030A0"/>
                </a:solidFill>
              </a:rPr>
              <a:t>Traffic from U → V </a:t>
            </a:r>
            <a:r>
              <a:rPr lang="en-US" sz="2000" dirty="0"/>
              <a:t>travels over the Internet, encrypted inside a UDP tunnel</a:t>
            </a:r>
          </a:p>
          <a:p>
            <a:r>
              <a:rPr lang="en-US" sz="2000" b="1" dirty="0">
                <a:solidFill>
                  <a:srgbClr val="FF00FF"/>
                </a:solidFill>
              </a:rPr>
              <a:t>Return path</a:t>
            </a:r>
            <a:r>
              <a:rPr lang="en-US" sz="2000" dirty="0"/>
              <a:t>: server decapsulates, releases packet onto the private network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0A8C64-5FB3-51B6-D9BB-E52B84A46A38}"/>
              </a:ext>
            </a:extLst>
          </p:cNvPr>
          <p:cNvSpPr txBox="1"/>
          <p:nvPr/>
        </p:nvSpPr>
        <p:spPr>
          <a:xfrm>
            <a:off x="-1" y="6488668"/>
            <a:ext cx="52240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Background - diagram of network topology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74E30F-7F25-E5E0-F68C-42AE7FE3C821}"/>
              </a:ext>
            </a:extLst>
          </p:cNvPr>
          <p:cNvSpPr txBox="1"/>
          <p:nvPr/>
        </p:nvSpPr>
        <p:spPr>
          <a:xfrm>
            <a:off x="8825948" y="74630"/>
            <a:ext cx="3254731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b="1" u="sng" dirty="0"/>
              <a:t>Abbreviations</a:t>
            </a:r>
          </a:p>
          <a:p>
            <a:r>
              <a:rPr lang="en-US" dirty="0"/>
              <a:t>User Datagram Protocol (UDP)</a:t>
            </a:r>
          </a:p>
          <a:p>
            <a:r>
              <a:rPr lang="en-US" dirty="0"/>
              <a:t>Local Area Network (LAN)</a:t>
            </a:r>
          </a:p>
          <a:p>
            <a:r>
              <a:rPr lang="en-US" dirty="0"/>
              <a:t>Wide Area Network (WAN)</a:t>
            </a:r>
          </a:p>
          <a:p>
            <a:r>
              <a:rPr lang="en-US" dirty="0"/>
              <a:t>Ethernet interface (eth/</a:t>
            </a:r>
            <a:r>
              <a:rPr lang="en-US" dirty="0" err="1"/>
              <a:t>en</a:t>
            </a:r>
            <a:r>
              <a:rPr lang="en-US" dirty="0"/>
              <a:t>)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755CFF1-FAEF-A27D-5706-F19301D50F53}"/>
              </a:ext>
            </a:extLst>
          </p:cNvPr>
          <p:cNvGrpSpPr/>
          <p:nvPr/>
        </p:nvGrpSpPr>
        <p:grpSpPr>
          <a:xfrm>
            <a:off x="5780243" y="2180157"/>
            <a:ext cx="6327202" cy="3003821"/>
            <a:chOff x="6450350" y="2007694"/>
            <a:chExt cx="5263115" cy="2410662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0150AB2-F8FD-5186-CC27-3B50FC9EB0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12442" y="2025886"/>
              <a:ext cx="5201023" cy="239247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6ECD155-A3BB-1837-2862-33BCC0AF7516}"/>
                </a:ext>
              </a:extLst>
            </p:cNvPr>
            <p:cNvSpPr txBox="1"/>
            <p:nvPr/>
          </p:nvSpPr>
          <p:spPr>
            <a:xfrm>
              <a:off x="6978160" y="2025459"/>
              <a:ext cx="5084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eth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0723F02-C608-31E6-6CAB-A66D8B054057}"/>
                </a:ext>
              </a:extLst>
            </p:cNvPr>
            <p:cNvSpPr txBox="1"/>
            <p:nvPr/>
          </p:nvSpPr>
          <p:spPr>
            <a:xfrm>
              <a:off x="10056640" y="2007694"/>
              <a:ext cx="5084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eth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3EFDDE9-4D9B-CAE5-54CB-FE00A95F2436}"/>
                </a:ext>
              </a:extLst>
            </p:cNvPr>
            <p:cNvSpPr/>
            <p:nvPr/>
          </p:nvSpPr>
          <p:spPr>
            <a:xfrm>
              <a:off x="6450350" y="2025459"/>
              <a:ext cx="1900038" cy="1769156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933478A-75F4-5F5E-B74F-B7FFC72D00BD}"/>
                </a:ext>
              </a:extLst>
            </p:cNvPr>
            <p:cNvSpPr/>
            <p:nvPr/>
          </p:nvSpPr>
          <p:spPr>
            <a:xfrm>
              <a:off x="9523657" y="2007695"/>
              <a:ext cx="2189807" cy="1610078"/>
            </a:xfrm>
            <a:prstGeom prst="rect">
              <a:avLst/>
            </a:prstGeom>
            <a:noFill/>
            <a:ln w="12700">
              <a:solidFill>
                <a:srgbClr val="00B05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54A25D6-40FA-F3D3-CBB7-050D3D5C4447}"/>
                </a:ext>
              </a:extLst>
            </p:cNvPr>
            <p:cNvSpPr/>
            <p:nvPr/>
          </p:nvSpPr>
          <p:spPr>
            <a:xfrm>
              <a:off x="9523656" y="3647092"/>
              <a:ext cx="2189807" cy="771263"/>
            </a:xfrm>
            <a:prstGeom prst="rect">
              <a:avLst/>
            </a:prstGeom>
            <a:noFill/>
            <a:ln w="12700">
              <a:solidFill>
                <a:srgbClr val="00B0F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F2B76E5-716E-79DD-E536-3FA5132AC991}"/>
                </a:ext>
              </a:extLst>
            </p:cNvPr>
            <p:cNvCxnSpPr/>
            <p:nvPr/>
          </p:nvCxnSpPr>
          <p:spPr>
            <a:xfrm>
              <a:off x="7340600" y="2463800"/>
              <a:ext cx="882650" cy="0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BEDBD27-02E1-9997-EB4D-6016B38190B7}"/>
                </a:ext>
              </a:extLst>
            </p:cNvPr>
            <p:cNvCxnSpPr>
              <a:cxnSpLocks/>
            </p:cNvCxnSpPr>
            <p:nvPr/>
          </p:nvCxnSpPr>
          <p:spPr>
            <a:xfrm>
              <a:off x="9842500" y="2470150"/>
              <a:ext cx="590550" cy="0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28BE042-8F3C-6F90-609E-E41F7DE59B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33050" y="2470150"/>
              <a:ext cx="0" cy="276697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5E57DF32-1F94-0539-9D67-4FE4F39B97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17656" y="3355340"/>
              <a:ext cx="0" cy="368300"/>
            </a:xfrm>
            <a:prstGeom prst="line">
              <a:avLst/>
            </a:prstGeom>
            <a:ln w="19050">
              <a:solidFill>
                <a:srgbClr val="FF00FF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52B76CF9-C25B-2406-51EF-D8D1E7547C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40600" y="2448887"/>
              <a:ext cx="0" cy="310896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05274E0-C0EF-DF49-541C-68AE121896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17656" y="3340100"/>
              <a:ext cx="0" cy="368300"/>
            </a:xfrm>
            <a:prstGeom prst="line">
              <a:avLst/>
            </a:prstGeom>
            <a:ln w="19050">
              <a:solidFill>
                <a:srgbClr val="7030A0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A61DFB7-4635-999B-7064-B4593733E3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35260" y="3723640"/>
              <a:ext cx="393192" cy="0"/>
            </a:xfrm>
            <a:prstGeom prst="line">
              <a:avLst/>
            </a:prstGeom>
            <a:ln w="19050">
              <a:solidFill>
                <a:srgbClr val="FF00FF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A55A6728-5BF4-FBF2-66EC-87A7060BD2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43006" y="3710898"/>
              <a:ext cx="0" cy="229970"/>
            </a:xfrm>
            <a:prstGeom prst="line">
              <a:avLst/>
            </a:prstGeom>
            <a:ln w="19050">
              <a:solidFill>
                <a:srgbClr val="FF00FF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EFD2CF6-DD58-3A66-5DB4-4BF97C00530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35260" y="3723640"/>
              <a:ext cx="393192" cy="0"/>
            </a:xfrm>
            <a:prstGeom prst="line">
              <a:avLst/>
            </a:prstGeom>
            <a:ln w="19050">
              <a:solidFill>
                <a:srgbClr val="7030A0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5699C6A-FD19-BE78-C557-34E09CAC8E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43006" y="3710898"/>
              <a:ext cx="0" cy="229970"/>
            </a:xfrm>
            <a:prstGeom prst="line">
              <a:avLst/>
            </a:prstGeom>
            <a:ln w="19050">
              <a:solidFill>
                <a:srgbClr val="7030A0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05E7FE8B-A912-A9E7-59E0-19E9A2749624}"/>
              </a:ext>
            </a:extLst>
          </p:cNvPr>
          <p:cNvSpPr/>
          <p:nvPr/>
        </p:nvSpPr>
        <p:spPr>
          <a:xfrm>
            <a:off x="9517185" y="4546131"/>
            <a:ext cx="1209736" cy="600870"/>
          </a:xfrm>
          <a:prstGeom prst="rect">
            <a:avLst/>
          </a:prstGeom>
          <a:noFill/>
          <a:ln w="12700">
            <a:solidFill>
              <a:srgbClr val="FFC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7807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25C0AE-FC4B-66BC-B330-6DBC3B45C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F10737-A99C-240A-0D8B-094F00251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6" y="502022"/>
            <a:ext cx="8693403" cy="726704"/>
          </a:xfrm>
        </p:spPr>
        <p:txBody>
          <a:bodyPr anchor="b">
            <a:normAutofit/>
          </a:bodyPr>
          <a:lstStyle/>
          <a:p>
            <a:r>
              <a:rPr lang="en-US" sz="4000" dirty="0"/>
              <a:t>How the VPN Tunnel Is Implemented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5177C-DDA6-C015-0807-C91CA4FD30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7" y="1590205"/>
            <a:ext cx="4959603" cy="3362796"/>
          </a:xfrm>
        </p:spPr>
        <p:txBody>
          <a:bodyPr anchor="t">
            <a:noAutofit/>
          </a:bodyPr>
          <a:lstStyle/>
          <a:p>
            <a:r>
              <a:rPr lang="en-US" sz="1800" b="1" dirty="0"/>
              <a:t>Tunnel is built using UDP </a:t>
            </a:r>
            <a:r>
              <a:rPr lang="en-US" sz="1800" dirty="0"/>
              <a:t>- the original IP packet becomes the UDP payload</a:t>
            </a:r>
          </a:p>
          <a:p>
            <a:r>
              <a:rPr lang="en-US" sz="1800" b="1" dirty="0"/>
              <a:t>No TLS/SSL encryption in this chapter </a:t>
            </a:r>
            <a:r>
              <a:rPr lang="en-US" sz="1800" dirty="0"/>
              <a:t>- focus is on the tunneling mechanism, not encryption</a:t>
            </a:r>
          </a:p>
          <a:p>
            <a:r>
              <a:rPr lang="en-US" sz="1800" b="1" dirty="0"/>
              <a:t>Two programs working together</a:t>
            </a:r>
            <a:r>
              <a:rPr lang="en-US" sz="1800" dirty="0"/>
              <a:t>: tun_client.py and tun_server.py</a:t>
            </a:r>
          </a:p>
          <a:p>
            <a:r>
              <a:rPr lang="en-US" sz="1800" b="1" dirty="0"/>
              <a:t>select() monitors both TUN and socket simultaneously </a:t>
            </a:r>
            <a:r>
              <a:rPr lang="en-US" sz="1800" dirty="0"/>
              <a:t>- whichever has data gets processed first</a:t>
            </a:r>
          </a:p>
          <a:p>
            <a:pPr marL="0" indent="0">
              <a:buNone/>
            </a:pPr>
            <a:endParaRPr lang="en-US" sz="1800" dirty="0"/>
          </a:p>
          <a:p>
            <a:r>
              <a:rPr lang="en-US" sz="1800" b="1" dirty="0"/>
              <a:t>Two directions</a:t>
            </a:r>
            <a:r>
              <a:rPr lang="en-US" sz="1800" dirty="0"/>
              <a:t>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446EBE-E051-D45F-4ACE-1D2FE4B421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7450" y="1263019"/>
            <a:ext cx="5341240" cy="397922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AF183D-04E1-40A2-B92D-E2855CD554AB}"/>
              </a:ext>
            </a:extLst>
          </p:cNvPr>
          <p:cNvSpPr txBox="1"/>
          <p:nvPr/>
        </p:nvSpPr>
        <p:spPr>
          <a:xfrm>
            <a:off x="-1" y="6488668"/>
            <a:ext cx="52240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Background - understanding of the implementation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4DCAA0-606C-A263-4672-E149F038182D}"/>
              </a:ext>
            </a:extLst>
          </p:cNvPr>
          <p:cNvSpPr txBox="1"/>
          <p:nvPr/>
        </p:nvSpPr>
        <p:spPr>
          <a:xfrm>
            <a:off x="966331" y="5285471"/>
            <a:ext cx="85153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Outbound: TUN receives packet → encrypt → send via socket into tunnel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Inbound: Socket receives packet → decrypt → write to TUN → kernel delivers it</a:t>
            </a:r>
          </a:p>
        </p:txBody>
      </p:sp>
    </p:spTree>
    <p:extLst>
      <p:ext uri="{BB962C8B-B14F-4D97-AF65-F5344CB8AC3E}">
        <p14:creationId xmlns:p14="http://schemas.microsoft.com/office/powerpoint/2010/main" val="40632512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C1271-374C-BA76-6BDA-7C2BAF754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95D40-CCE5-D9B7-316E-4CB55A660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903"/>
            <a:ext cx="10515600" cy="1325563"/>
          </a:xfrm>
        </p:spPr>
        <p:txBody>
          <a:bodyPr/>
          <a:lstStyle/>
          <a:p>
            <a:r>
              <a:rPr lang="en-US" dirty="0"/>
              <a:t>The Protocol: UDP Encapsulation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329A1CA-96FA-0831-7BC3-9F7703C78A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1979711"/>
              </p:ext>
            </p:extLst>
          </p:nvPr>
        </p:nvGraphicFramePr>
        <p:xfrm>
          <a:off x="838200" y="1496529"/>
          <a:ext cx="10515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98004549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9377783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Field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98565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IP Header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Client → Server (</a:t>
                      </a:r>
                      <a:r>
                        <a:rPr lang="en-US">
                          <a:latin typeface="Courier New" panose="02070309020205020404" pitchFamily="49" charset="0"/>
                        </a:rPr>
                        <a:t>10.0.2.68</a:t>
                      </a:r>
                      <a:r>
                        <a:rPr lang="en-US"/>
                        <a:t> → </a:t>
                      </a:r>
                      <a:r>
                        <a:rPr lang="en-US">
                          <a:latin typeface="Courier New" panose="02070309020205020404" pitchFamily="49" charset="0"/>
                        </a:rPr>
                        <a:t>10.0.2.69</a:t>
                      </a:r>
                      <a:r>
                        <a:rPr lang="en-US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59376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UDP Header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Source port → Dest port 9090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39405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Payload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Original IP packet (encrypted in real VPN)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152366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8C83706-4192-7185-BFB8-95BC75C35F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6213894"/>
              </p:ext>
            </p:extLst>
          </p:nvPr>
        </p:nvGraphicFramePr>
        <p:xfrm>
          <a:off x="838199" y="3549016"/>
          <a:ext cx="10515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69232815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9565856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Field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8217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IP Header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dirty="0"/>
                        <a:t>Host U → Host V (</a:t>
                      </a:r>
                      <a:r>
                        <a:rPr lang="pl-PL" dirty="0">
                          <a:latin typeface="Courier New" panose="02070309020205020404" pitchFamily="49" charset="0"/>
                        </a:rPr>
                        <a:t>10.4.2.99</a:t>
                      </a:r>
                      <a:r>
                        <a:rPr lang="pl-PL" dirty="0"/>
                        <a:t> → </a:t>
                      </a:r>
                      <a:r>
                        <a:rPr lang="pl-PL" dirty="0">
                          <a:latin typeface="Courier New" panose="02070309020205020404" pitchFamily="49" charset="0"/>
                        </a:rPr>
                        <a:t>192.168.60.6</a:t>
                      </a:r>
                      <a:r>
                        <a:rPr lang="pl-PL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9601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TCP/UDP +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The actual application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8699538"/>
                  </a:ext>
                </a:extLst>
              </a:tr>
            </a:tbl>
          </a:graphicData>
        </a:graphic>
      </p:graphicFrame>
      <p:pic>
        <p:nvPicPr>
          <p:cNvPr id="4098" name="Picture 2" descr="What is UDP | From Header Structure to Packets Used in DDoS Attacks |  Imperva">
            <a:extLst>
              <a:ext uri="{FF2B5EF4-FFF2-40B4-BE49-F238E27FC236}">
                <a16:creationId xmlns:a16="http://schemas.microsoft.com/office/drawing/2014/main" id="{9E49F67B-E976-2F9E-D5B2-0BEC199F2F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65" t="15431" r="21413" b="17621"/>
          <a:stretch>
            <a:fillRect/>
          </a:stretch>
        </p:blipFill>
        <p:spPr bwMode="auto">
          <a:xfrm>
            <a:off x="2532807" y="4739687"/>
            <a:ext cx="3563193" cy="1602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89C9792-5485-7217-5B58-CE053AD89C0A}"/>
              </a:ext>
            </a:extLst>
          </p:cNvPr>
          <p:cNvSpPr txBox="1"/>
          <p:nvPr/>
        </p:nvSpPr>
        <p:spPr>
          <a:xfrm>
            <a:off x="838200" y="1038134"/>
            <a:ext cx="60973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Outer packet (travels the Internet):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1284D4-9260-6394-0F5F-894D91D10ACC}"/>
              </a:ext>
            </a:extLst>
          </p:cNvPr>
          <p:cNvSpPr txBox="1"/>
          <p:nvPr/>
        </p:nvSpPr>
        <p:spPr>
          <a:xfrm>
            <a:off x="838200" y="3079786"/>
            <a:ext cx="60973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Inner packet (the original, released at the destination):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1403549-01E7-7DCC-50BC-FB21C704A5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049" y="6398659"/>
            <a:ext cx="12192000" cy="46922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6725F6C-EB38-4460-4A74-DE68BC7B96A2}"/>
              </a:ext>
            </a:extLst>
          </p:cNvPr>
          <p:cNvSpPr txBox="1"/>
          <p:nvPr/>
        </p:nvSpPr>
        <p:spPr>
          <a:xfrm>
            <a:off x="-1" y="6488668"/>
            <a:ext cx="52240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Background - understanding of the implementation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64834C-6362-B7EC-85A2-2014E337B21A}"/>
              </a:ext>
            </a:extLst>
          </p:cNvPr>
          <p:cNvSpPr txBox="1"/>
          <p:nvPr/>
        </p:nvSpPr>
        <p:spPr>
          <a:xfrm>
            <a:off x="8332967" y="5690379"/>
            <a:ext cx="3763615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b="1" u="sng" dirty="0"/>
              <a:t>Abbreviations</a:t>
            </a:r>
          </a:p>
          <a:p>
            <a:r>
              <a:rPr lang="en-US" dirty="0"/>
              <a:t>Transmission Control Protocol (TCP)</a:t>
            </a:r>
          </a:p>
        </p:txBody>
      </p:sp>
    </p:spTree>
    <p:extLst>
      <p:ext uri="{BB962C8B-B14F-4D97-AF65-F5344CB8AC3E}">
        <p14:creationId xmlns:p14="http://schemas.microsoft.com/office/powerpoint/2010/main" val="3944000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13B067F-3154-4968-A886-DF93A787E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97583D6C-C05B-47AB-8540-B2700B82A4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6501AD91-D973-4968-95E4-4C26CFDF8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5C165989-F5FE-4BB6-9817-E7828CB1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6B0649CC-B912-4E82-BEA0-DA75ECB19A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6BA08C17-C9A5-4FA8-ABC4-44FB3B869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70DEAC6C-553C-437E-BC17-D4495233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0" name="Rectangle 49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6594415-9058-442C-E803-CDC8B09F1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5" y="4018137"/>
            <a:ext cx="5071221" cy="2129586"/>
          </a:xfrm>
          <a:noFill/>
        </p:spPr>
        <p:txBody>
          <a:bodyPr anchor="t">
            <a:norm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Demo 1: Does the Tunnel Work? (§22.6)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BB6053-1763-BE14-550A-4849D59523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359" y="773035"/>
            <a:ext cx="10843065" cy="2954735"/>
          </a:xfrm>
          <a:prstGeom prst="rect">
            <a:avLst/>
          </a:prstGeom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1F4E1649-4D1F-4A91-AF97-A254BFDD52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776904"/>
            <a:ext cx="304800" cy="429768"/>
            <a:chOff x="215328" y="-46937"/>
            <a:chExt cx="304800" cy="2773841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E483602-62F9-474D-9C9B-5EE4CD767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DD7D1AC0-A6C7-40E3-9841-F34AC831A4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951C4DD-7427-497D-9DE3-9D731D3F4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0EE18298-0BF5-4D7A-921A-2F4186E8D9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Oval 44">
            <a:extLst>
              <a:ext uri="{FF2B5EF4-FFF2-40B4-BE49-F238E27FC236}">
                <a16:creationId xmlns:a16="http://schemas.microsoft.com/office/drawing/2014/main" id="{773AEA78-C03B-40B7-9D11-DC022119D5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600000">
            <a:off x="10150845" y="4270841"/>
            <a:ext cx="1897885" cy="1897885"/>
          </a:xfrm>
          <a:prstGeom prst="ellipse">
            <a:avLst/>
          </a:prstGeom>
          <a:gradFill>
            <a:gsLst>
              <a:gs pos="0">
                <a:schemeClr val="tx2">
                  <a:lumMod val="75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3E008-0409-D1FE-EDFF-250D0AD7E7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5304" y="4018143"/>
            <a:ext cx="5891366" cy="2129599"/>
          </a:xfrm>
          <a:noFill/>
        </p:spPr>
        <p:txBody>
          <a:bodyPr anchor="t">
            <a:norm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What</a:t>
            </a:r>
            <a:r>
              <a:rPr lang="en-US" sz="1400" dirty="0">
                <a:solidFill>
                  <a:schemeClr val="bg1"/>
                </a:solidFill>
              </a:rPr>
              <a:t>: Ping and telnet from Host U → Host V through the tunnel</a:t>
            </a:r>
          </a:p>
          <a:p>
            <a:r>
              <a:rPr lang="en-US" sz="1400" b="1" dirty="0">
                <a:solidFill>
                  <a:schemeClr val="bg1"/>
                </a:solidFill>
              </a:rPr>
              <a:t>Watch for</a:t>
            </a:r>
            <a:r>
              <a:rPr lang="en-US" sz="1400" dirty="0">
                <a:solidFill>
                  <a:schemeClr val="bg1"/>
                </a:solidFill>
              </a:rPr>
              <a:t>: </a:t>
            </a:r>
            <a:r>
              <a:rPr lang="en-US" sz="1400" dirty="0" err="1">
                <a:solidFill>
                  <a:schemeClr val="bg1"/>
                </a:solidFill>
              </a:rPr>
              <a:t>tcpdump</a:t>
            </a:r>
            <a:r>
              <a:rPr lang="en-US" sz="1400" dirty="0">
                <a:solidFill>
                  <a:schemeClr val="bg1"/>
                </a:solidFill>
              </a:rPr>
              <a:t> on VPN client showing 8 packets (ICMP wrapped inside UDP)</a:t>
            </a:r>
          </a:p>
          <a:p>
            <a:r>
              <a:rPr lang="en-US" sz="1400" b="1" dirty="0">
                <a:solidFill>
                  <a:schemeClr val="bg1"/>
                </a:solidFill>
              </a:rPr>
              <a:t>Expected output</a:t>
            </a:r>
            <a:r>
              <a:rPr lang="en-US" sz="1400" dirty="0">
                <a:solidFill>
                  <a:schemeClr val="bg1"/>
                </a:solidFill>
              </a:rPr>
              <a:t>:</a:t>
            </a:r>
          </a:p>
          <a:p>
            <a:pPr lvl="1"/>
            <a:r>
              <a:rPr lang="en-US" sz="1400" dirty="0">
                <a:solidFill>
                  <a:schemeClr val="bg1"/>
                </a:solidFill>
              </a:rPr>
              <a:t>Ping to Host V succeeds</a:t>
            </a:r>
          </a:p>
          <a:p>
            <a:pPr lvl="1"/>
            <a:r>
              <a:rPr lang="en-US" sz="1400" dirty="0">
                <a:solidFill>
                  <a:schemeClr val="bg1"/>
                </a:solidFill>
              </a:rPr>
              <a:t>Telnet: Connected to 192.168.60.6</a:t>
            </a:r>
          </a:p>
          <a:p>
            <a:pPr lvl="1"/>
            <a:r>
              <a:rPr lang="en-US" sz="1400" dirty="0">
                <a:solidFill>
                  <a:schemeClr val="bg1"/>
                </a:solidFill>
              </a:rPr>
              <a:t>Break tunnel → telnet freezes → reconnect → buffered chars appear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3E8504-D04D-0664-C3FF-158B999DBF4A}"/>
              </a:ext>
            </a:extLst>
          </p:cNvPr>
          <p:cNvSpPr txBox="1"/>
          <p:nvPr/>
        </p:nvSpPr>
        <p:spPr>
          <a:xfrm>
            <a:off x="6599583" y="62777"/>
            <a:ext cx="4279183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b="1" u="sng" dirty="0">
                <a:solidFill>
                  <a:schemeClr val="bg1"/>
                </a:solidFill>
              </a:rPr>
              <a:t>Abbreviations</a:t>
            </a:r>
          </a:p>
          <a:p>
            <a:r>
              <a:rPr lang="en-US" dirty="0">
                <a:solidFill>
                  <a:schemeClr val="bg1"/>
                </a:solidFill>
              </a:rPr>
              <a:t>Internet Control Message Protocol (ICMP)</a:t>
            </a:r>
          </a:p>
        </p:txBody>
      </p:sp>
    </p:spTree>
    <p:extLst>
      <p:ext uri="{BB962C8B-B14F-4D97-AF65-F5344CB8AC3E}">
        <p14:creationId xmlns:p14="http://schemas.microsoft.com/office/powerpoint/2010/main" val="36804300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4E32D9-688B-D226-8222-9AC56D1B2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13B067F-3154-4968-A886-DF93A787E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7583D6C-C05B-47AB-8540-B2700B82A4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6501AD91-D973-4968-95E4-4C26CFDF8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C165989-F5FE-4BB6-9817-E7828CB1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B0649CC-B912-4E82-BEA0-DA75ECB19A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6BA08C17-C9A5-4FA8-ABC4-44FB3B869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70DEAC6C-553C-437E-BC17-D4495233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8875889-78FE-4C14-95C1-5716980C6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5" y="4018137"/>
            <a:ext cx="5071221" cy="2129586"/>
          </a:xfrm>
          <a:noFill/>
        </p:spPr>
        <p:txBody>
          <a:bodyPr anchor="t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Demo 2: Connecting Two Networks via TUN (§22.7)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E113B4-903A-3F97-2FD1-2A8286262A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4074" y="617779"/>
            <a:ext cx="7337634" cy="3265248"/>
          </a:xfrm>
          <a:prstGeom prst="rect">
            <a:avLst/>
          </a:prstGeom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1F4E1649-4D1F-4A91-AF97-A254BFDD52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776904"/>
            <a:ext cx="304800" cy="429768"/>
            <a:chOff x="215328" y="-46937"/>
            <a:chExt cx="304800" cy="2773841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E483602-62F9-474D-9C9B-5EE4CD767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DD7D1AC0-A6C7-40E3-9841-F34AC831A4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951C4DD-7427-497D-9DE3-9D731D3F4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0EE18298-0BF5-4D7A-921A-2F4186E8D9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Oval 44">
            <a:extLst>
              <a:ext uri="{FF2B5EF4-FFF2-40B4-BE49-F238E27FC236}">
                <a16:creationId xmlns:a16="http://schemas.microsoft.com/office/drawing/2014/main" id="{773AEA78-C03B-40B7-9D11-DC022119D5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600000">
            <a:off x="10150845" y="4270841"/>
            <a:ext cx="1897885" cy="1897885"/>
          </a:xfrm>
          <a:prstGeom prst="ellipse">
            <a:avLst/>
          </a:prstGeom>
          <a:gradFill>
            <a:gsLst>
              <a:gs pos="0">
                <a:schemeClr val="tx2">
                  <a:lumMod val="75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57DEA56-480F-A1F5-F6CF-FC8C6A138C9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925304" y="4184294"/>
            <a:ext cx="5704718" cy="2129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What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Full network-to-network VPN: 10.0.6.0/24 ↔ 10.0.8.0/24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Watch for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Routing table on client showing 10.0.8.0/24 dev tun0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Expected output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Host U (10.0.6.5) pings Host V (10.0.8.5) successfully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tcpdump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shows packets crossing the tunnel between subnets 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Remove routing rule → ping fails immediately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68534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AC8036-0250-65B0-4A40-42A659325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13B067F-3154-4968-A886-DF93A787E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7583D6C-C05B-47AB-8540-B2700B82A4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6501AD91-D973-4968-95E4-4C26CFDF8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C165989-F5FE-4BB6-9817-E7828CB1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B0649CC-B912-4E82-BEA0-DA75ECB19A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6BA08C17-C9A5-4FA8-ABC4-44FB3B869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70DEAC6C-553C-437E-BC17-D4495233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58D06D1-D7FA-54E8-819B-2BBCC5B5E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5" y="4018137"/>
            <a:ext cx="5071221" cy="2129586"/>
          </a:xfrm>
          <a:noFill/>
        </p:spPr>
        <p:txBody>
          <a:bodyPr anchor="t">
            <a:norm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Demo 3: Bridging at Layer 2 with TAP (§22.8)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846518-EE41-6DBB-C669-26A9E48CCC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5789" y="617779"/>
            <a:ext cx="6874205" cy="3265248"/>
          </a:xfrm>
          <a:prstGeom prst="rect">
            <a:avLst/>
          </a:prstGeom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1F4E1649-4D1F-4A91-AF97-A254BFDD52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776904"/>
            <a:ext cx="304800" cy="429768"/>
            <a:chOff x="215328" y="-46937"/>
            <a:chExt cx="304800" cy="2773841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E483602-62F9-474D-9C9B-5EE4CD767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DD7D1AC0-A6C7-40E3-9841-F34AC831A4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951C4DD-7427-497D-9DE3-9D731D3F4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0EE18298-0BF5-4D7A-921A-2F4186E8D9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Oval 44">
            <a:extLst>
              <a:ext uri="{FF2B5EF4-FFF2-40B4-BE49-F238E27FC236}">
                <a16:creationId xmlns:a16="http://schemas.microsoft.com/office/drawing/2014/main" id="{773AEA78-C03B-40B7-9D11-DC022119D5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600000">
            <a:off x="10150845" y="4270841"/>
            <a:ext cx="1897885" cy="1897885"/>
          </a:xfrm>
          <a:prstGeom prst="ellipse">
            <a:avLst/>
          </a:prstGeom>
          <a:gradFill>
            <a:gsLst>
              <a:gs pos="0">
                <a:schemeClr val="tx2">
                  <a:lumMod val="75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59E92-1201-C82D-E233-84870E63BB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5304" y="4018143"/>
            <a:ext cx="5771396" cy="2129599"/>
          </a:xfrm>
          <a:noFill/>
        </p:spPr>
        <p:txBody>
          <a:bodyPr anchor="t">
            <a:norm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What</a:t>
            </a:r>
            <a:r>
              <a:rPr lang="en-US" sz="1400" dirty="0">
                <a:solidFill>
                  <a:schemeClr val="bg1"/>
                </a:solidFill>
              </a:rPr>
              <a:t>: Layer 2 VPN, two subnets become one bridged segment via TAP</a:t>
            </a:r>
          </a:p>
          <a:p>
            <a:r>
              <a:rPr lang="en-US" sz="1400" b="1" dirty="0">
                <a:solidFill>
                  <a:schemeClr val="bg1"/>
                </a:solidFill>
              </a:rPr>
              <a:t>Watch for</a:t>
            </a:r>
            <a:r>
              <a:rPr lang="en-US" sz="1400" dirty="0">
                <a:solidFill>
                  <a:schemeClr val="bg1"/>
                </a:solidFill>
              </a:rPr>
              <a:t>: ARP traffic crossing the tunnel (impossible with TUN)</a:t>
            </a:r>
          </a:p>
          <a:p>
            <a:r>
              <a:rPr lang="en-US" sz="1400" b="1" dirty="0">
                <a:solidFill>
                  <a:schemeClr val="bg1"/>
                </a:solidFill>
              </a:rPr>
              <a:t>Expected output</a:t>
            </a:r>
            <a:r>
              <a:rPr lang="en-US" sz="1400" dirty="0">
                <a:solidFill>
                  <a:schemeClr val="bg1"/>
                </a:solidFill>
              </a:rPr>
              <a:t>:</a:t>
            </a:r>
          </a:p>
          <a:p>
            <a:pPr lvl="1"/>
            <a:r>
              <a:rPr lang="en-US" sz="1400" dirty="0" err="1">
                <a:solidFill>
                  <a:schemeClr val="bg1"/>
                </a:solidFill>
              </a:rPr>
              <a:t>arping</a:t>
            </a:r>
            <a:r>
              <a:rPr lang="en-US" sz="1400" dirty="0">
                <a:solidFill>
                  <a:schemeClr val="bg1"/>
                </a:solidFill>
              </a:rPr>
              <a:t> from Host A → Host C succeeds across the tunnel</a:t>
            </a:r>
          </a:p>
          <a:p>
            <a:pPr lvl="1"/>
            <a:r>
              <a:rPr lang="en-US" sz="1400" dirty="0">
                <a:solidFill>
                  <a:schemeClr val="bg1"/>
                </a:solidFill>
              </a:rPr>
              <a:t>ping from Host A (10.0.32.5) → Host C (10.0.32.133) succeeds</a:t>
            </a:r>
          </a:p>
          <a:p>
            <a:pPr lvl="1"/>
            <a:r>
              <a:rPr lang="en-US" sz="1400" dirty="0">
                <a:solidFill>
                  <a:schemeClr val="bg1"/>
                </a:solidFill>
              </a:rPr>
              <a:t>Stop tap_client.py → all communication between A and C stops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608E21-69DA-23CE-0368-400240F28483}"/>
              </a:ext>
            </a:extLst>
          </p:cNvPr>
          <p:cNvSpPr txBox="1"/>
          <p:nvPr/>
        </p:nvSpPr>
        <p:spPr>
          <a:xfrm>
            <a:off x="7768564" y="6124882"/>
            <a:ext cx="4279183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b="1" u="sng" dirty="0">
                <a:solidFill>
                  <a:schemeClr val="bg1"/>
                </a:solidFill>
              </a:rPr>
              <a:t>Abbreviations</a:t>
            </a:r>
          </a:p>
          <a:p>
            <a:r>
              <a:rPr lang="en-US" dirty="0">
                <a:solidFill>
                  <a:schemeClr val="bg1"/>
                </a:solidFill>
              </a:rPr>
              <a:t>Address Resolution Protocol (ARP)</a:t>
            </a:r>
          </a:p>
        </p:txBody>
      </p:sp>
    </p:spTree>
    <p:extLst>
      <p:ext uri="{BB962C8B-B14F-4D97-AF65-F5344CB8AC3E}">
        <p14:creationId xmlns:p14="http://schemas.microsoft.com/office/powerpoint/2010/main" val="34322393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13B067F-3154-4968-A886-DF93A787E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7583D6C-C05B-47AB-8540-B2700B82A4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6501AD91-D973-4968-95E4-4C26CFDF8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C165989-F5FE-4BB6-9817-E7828CB1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B0649CC-B912-4E82-BEA0-DA75ECB19A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6BA08C17-C9A5-4FA8-ABC4-44FB3B869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70DEAC6C-553C-437E-BC17-D4495233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1A041DB-4821-99D0-02CD-5DDA5B7DE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5" y="4018137"/>
            <a:ext cx="5071221" cy="2129586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What We Built &amp; What We Learned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1F4E1649-4D1F-4A91-AF97-A254BFDD52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776904"/>
            <a:ext cx="304800" cy="429768"/>
            <a:chOff x="215328" y="-46937"/>
            <a:chExt cx="304800" cy="2773841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E483602-62F9-474D-9C9B-5EE4CD767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DD7D1AC0-A6C7-40E3-9841-F34AC831A4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951C4DD-7427-497D-9DE3-9D731D3F4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0EE18298-0BF5-4D7A-921A-2F4186E8D9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Oval 44">
            <a:extLst>
              <a:ext uri="{FF2B5EF4-FFF2-40B4-BE49-F238E27FC236}">
                <a16:creationId xmlns:a16="http://schemas.microsoft.com/office/drawing/2014/main" id="{773AEA78-C03B-40B7-9D11-DC022119D5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600000">
            <a:off x="10150845" y="4270841"/>
            <a:ext cx="1897885" cy="1897885"/>
          </a:xfrm>
          <a:prstGeom prst="ellipse">
            <a:avLst/>
          </a:prstGeom>
          <a:gradFill>
            <a:gsLst>
              <a:gs pos="0">
                <a:schemeClr val="tx2">
                  <a:lumMod val="75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95B33A-57FF-57B1-967C-F9A874F2D2E9}"/>
              </a:ext>
            </a:extLst>
          </p:cNvPr>
          <p:cNvSpPr txBox="1"/>
          <p:nvPr/>
        </p:nvSpPr>
        <p:spPr>
          <a:xfrm>
            <a:off x="5925304" y="4018143"/>
            <a:ext cx="5549111" cy="2129599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VPN = tunnel + encryption + authentication so this chapter proved the tunnel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The same TUN/TAP mechanism powers real-world VPNs (OpenVPN, </a:t>
            </a:r>
            <a:r>
              <a:rPr lang="en-US" dirty="0" err="1">
                <a:solidFill>
                  <a:schemeClr val="bg1"/>
                </a:solidFill>
              </a:rPr>
              <a:t>WireGuard</a:t>
            </a:r>
            <a:r>
              <a:rPr lang="en-US" dirty="0">
                <a:solidFill>
                  <a:schemeClr val="bg1"/>
                </a:solidFill>
              </a:rPr>
              <a:t>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F18C0DC-68F4-F0B6-726C-585ACD2DEA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7240043"/>
              </p:ext>
            </p:extLst>
          </p:nvPr>
        </p:nvGraphicFramePr>
        <p:xfrm>
          <a:off x="984779" y="617779"/>
          <a:ext cx="10921764" cy="32652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0692">
                  <a:extLst>
                    <a:ext uri="{9D8B030D-6E8A-4147-A177-3AD203B41FA5}">
                      <a16:colId xmlns:a16="http://schemas.microsoft.com/office/drawing/2014/main" val="2470261742"/>
                    </a:ext>
                  </a:extLst>
                </a:gridCol>
                <a:gridCol w="9051072">
                  <a:extLst>
                    <a:ext uri="{9D8B030D-6E8A-4147-A177-3AD203B41FA5}">
                      <a16:colId xmlns:a16="http://schemas.microsoft.com/office/drawing/2014/main" val="1252686070"/>
                    </a:ext>
                  </a:extLst>
                </a:gridCol>
              </a:tblGrid>
              <a:tr h="5131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/>
                        <a:t>Section</a:t>
                      </a:r>
                    </a:p>
                  </a:txBody>
                  <a:tcPr marL="116616" marR="116616" marT="58308" marB="583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/>
                        <a:t>Key Takeaway</a:t>
                      </a:r>
                    </a:p>
                  </a:txBody>
                  <a:tcPr marL="116616" marR="116616" marT="58308" marB="58308" anchor="ctr"/>
                </a:tc>
                <a:extLst>
                  <a:ext uri="{0D108BD9-81ED-4DB2-BD59-A6C34878D82A}">
                    <a16:rowId xmlns:a16="http://schemas.microsoft.com/office/drawing/2014/main" val="1868114881"/>
                  </a:ext>
                </a:extLst>
              </a:tr>
              <a:tr h="8629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/>
                        <a:t>§22.6 Testing</a:t>
                      </a:r>
                    </a:p>
                  </a:txBody>
                  <a:tcPr marL="116616" marR="116616" marT="58308" marB="583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dirty="0"/>
                        <a:t>A working VPN tunnel - ping and telnet confirmed end-to-end</a:t>
                      </a:r>
                    </a:p>
                  </a:txBody>
                  <a:tcPr marL="116616" marR="116616" marT="58308" marB="58308" anchor="ctr"/>
                </a:tc>
                <a:extLst>
                  <a:ext uri="{0D108BD9-81ED-4DB2-BD59-A6C34878D82A}">
                    <a16:rowId xmlns:a16="http://schemas.microsoft.com/office/drawing/2014/main" val="1643329664"/>
                  </a:ext>
                </a:extLst>
              </a:tr>
              <a:tr h="5131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/>
                        <a:t>§22.7 TUN</a:t>
                      </a:r>
                    </a:p>
                  </a:txBody>
                  <a:tcPr marL="116616" marR="116616" marT="58308" marB="583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/>
                        <a:t>Extended to two full networks using routing + IP forwarding</a:t>
                      </a:r>
                    </a:p>
                  </a:txBody>
                  <a:tcPr marL="116616" marR="116616" marT="58308" marB="58308" anchor="ctr"/>
                </a:tc>
                <a:extLst>
                  <a:ext uri="{0D108BD9-81ED-4DB2-BD59-A6C34878D82A}">
                    <a16:rowId xmlns:a16="http://schemas.microsoft.com/office/drawing/2014/main" val="2220499242"/>
                  </a:ext>
                </a:extLst>
              </a:tr>
              <a:tr h="5131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/>
                        <a:t>§22.8 TAP</a:t>
                      </a:r>
                    </a:p>
                  </a:txBody>
                  <a:tcPr marL="116616" marR="116616" marT="58308" marB="583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dirty="0"/>
                        <a:t>Bridged two networks at Layer 2 - ARP and all</a:t>
                      </a:r>
                    </a:p>
                  </a:txBody>
                  <a:tcPr marL="116616" marR="116616" marT="58308" marB="58308" anchor="ctr"/>
                </a:tc>
                <a:extLst>
                  <a:ext uri="{0D108BD9-81ED-4DB2-BD59-A6C34878D82A}">
                    <a16:rowId xmlns:a16="http://schemas.microsoft.com/office/drawing/2014/main" val="1117962073"/>
                  </a:ext>
                </a:extLst>
              </a:tr>
              <a:tr h="8629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/>
                        <a:t>§22.9</a:t>
                      </a:r>
                    </a:p>
                  </a:txBody>
                  <a:tcPr marL="116616" marR="116616" marT="58308" marB="583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dirty="0"/>
                        <a:t>TLS/SSL tunneling &gt; IPSec: flexible, user-space, buildable from scratch</a:t>
                      </a:r>
                    </a:p>
                  </a:txBody>
                  <a:tcPr marL="116616" marR="116616" marT="58308" marB="58308" anchor="ctr"/>
                </a:tc>
                <a:extLst>
                  <a:ext uri="{0D108BD9-81ED-4DB2-BD59-A6C34878D82A}">
                    <a16:rowId xmlns:a16="http://schemas.microsoft.com/office/drawing/2014/main" val="1999859444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11AF8326-471C-1A73-AFF5-3ADE5181AF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049" y="6398659"/>
            <a:ext cx="12192000" cy="46922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ADD40C2-335C-2849-25F7-2A7F08BA6F4D}"/>
              </a:ext>
            </a:extLst>
          </p:cNvPr>
          <p:cNvSpPr txBox="1"/>
          <p:nvPr/>
        </p:nvSpPr>
        <p:spPr>
          <a:xfrm>
            <a:off x="-1" y="6488668"/>
            <a:ext cx="64167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Conclusion - provide a concise summary of the presentation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215537-F7DA-0E17-EFF3-DC71147F9E00}"/>
              </a:ext>
            </a:extLst>
          </p:cNvPr>
          <p:cNvSpPr txBox="1"/>
          <p:nvPr/>
        </p:nvSpPr>
        <p:spPr>
          <a:xfrm>
            <a:off x="7768564" y="5672026"/>
            <a:ext cx="4279183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b="1" u="sng" dirty="0">
                <a:solidFill>
                  <a:schemeClr val="bg1"/>
                </a:solidFill>
              </a:rPr>
              <a:t>Abbreviations</a:t>
            </a:r>
          </a:p>
          <a:p>
            <a:r>
              <a:rPr lang="en-US" dirty="0">
                <a:solidFill>
                  <a:schemeClr val="bg1"/>
                </a:solidFill>
              </a:rPr>
              <a:t>Internet Protocol Security (IPSec)</a:t>
            </a:r>
          </a:p>
        </p:txBody>
      </p:sp>
    </p:spTree>
    <p:extLst>
      <p:ext uri="{BB962C8B-B14F-4D97-AF65-F5344CB8AC3E}">
        <p14:creationId xmlns:p14="http://schemas.microsoft.com/office/powerpoint/2010/main" val="39687230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99DE92-02F7-A930-4D37-0995C4305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2FFC2-F5A9-5E9C-150E-9B95EF40B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/>
              <a:t>The Problem, Solved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9E89C-DDBD-EC51-84DA-BA2F8DFE9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1900" b="1" dirty="0"/>
              <a:t>Problem</a:t>
            </a:r>
            <a:r>
              <a:rPr lang="en-US" sz="1900" dirty="0"/>
              <a:t>: How do you send IP packets securely across a public network without breaking routing?</a:t>
            </a:r>
          </a:p>
          <a:p>
            <a:r>
              <a:rPr lang="en-US" sz="1900" b="1" dirty="0"/>
              <a:t>Solution</a:t>
            </a:r>
            <a:r>
              <a:rPr lang="en-US" sz="1900" dirty="0"/>
              <a:t>: IP Tunneling, wrap the protected packet inside a new unencrypted one</a:t>
            </a:r>
          </a:p>
          <a:p>
            <a:r>
              <a:rPr lang="en-US" sz="1900" dirty="0"/>
              <a:t>TUN/TAP lets a user-space program intercept and handle packets before they hit the wire</a:t>
            </a:r>
          </a:p>
          <a:p>
            <a:r>
              <a:rPr lang="en-US" sz="1900" b="1" dirty="0"/>
              <a:t>Result</a:t>
            </a:r>
            <a:r>
              <a:rPr lang="en-US" sz="1900" dirty="0"/>
              <a:t>: remote hosts behave as if they are physically inside the private network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1275F4-052E-7A9E-8DDC-510618CFC8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2899299"/>
            <a:ext cx="5150277" cy="2884155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02B7C3-DC7C-365A-5366-0CCE2EDFA6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049" y="6398659"/>
            <a:ext cx="12192000" cy="4692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FF8E2F6-6D66-1940-38A8-6401615DE29F}"/>
              </a:ext>
            </a:extLst>
          </p:cNvPr>
          <p:cNvSpPr txBox="1"/>
          <p:nvPr/>
        </p:nvSpPr>
        <p:spPr>
          <a:xfrm>
            <a:off x="-1" y="6488668"/>
            <a:ext cx="64167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Conclusion - reiterate the solution to the main problem</a:t>
            </a:r>
          </a:p>
        </p:txBody>
      </p:sp>
    </p:spTree>
    <p:extLst>
      <p:ext uri="{BB962C8B-B14F-4D97-AF65-F5344CB8AC3E}">
        <p14:creationId xmlns:p14="http://schemas.microsoft.com/office/powerpoint/2010/main" val="24938801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E4B8D5-E763-59FC-CBAD-D4B7BF182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DF57B1-D231-6328-881E-2E69A6D36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 dirty="0"/>
              <a:t>Where This Goes Next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26F384-1614-BCA6-DDD7-D6237D0637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1700" b="1" dirty="0"/>
              <a:t>Add TLS/SSL encryption</a:t>
            </a:r>
            <a:r>
              <a:rPr lang="en-US" sz="1700" dirty="0"/>
              <a:t>: the tunnel exists; securing the payload is the natural next step</a:t>
            </a:r>
          </a:p>
          <a:p>
            <a:r>
              <a:rPr lang="en-US" sz="1700" b="1" dirty="0"/>
              <a:t>Performance analysis</a:t>
            </a:r>
            <a:r>
              <a:rPr lang="en-US" sz="1700" dirty="0"/>
              <a:t>: UDP tunneling overhead vs. raw throughput; TCP-over-UDP retransmission behavior</a:t>
            </a:r>
          </a:p>
          <a:p>
            <a:r>
              <a:rPr lang="en-US" sz="1700" b="1" dirty="0"/>
              <a:t>Split tunneling</a:t>
            </a:r>
            <a:r>
              <a:rPr lang="en-US" sz="1700" dirty="0"/>
              <a:t>: route only some traffic through the VPN, not all</a:t>
            </a:r>
          </a:p>
          <a:p>
            <a:r>
              <a:rPr lang="en-US" sz="1700" b="1" dirty="0"/>
              <a:t>VPN detection &amp; evasion</a:t>
            </a:r>
            <a:r>
              <a:rPr lang="en-US" sz="1700" dirty="0"/>
              <a:t>: how firewalls fingerprint VPN traffic and how obfuscation counters it</a:t>
            </a:r>
          </a:p>
          <a:p>
            <a:r>
              <a:rPr lang="en-US" sz="1700" b="1" dirty="0" err="1"/>
              <a:t>WireGuard</a:t>
            </a:r>
            <a:r>
              <a:rPr lang="en-US" sz="1700" b="1" dirty="0"/>
              <a:t> vs. OpenVPN vs. IPSec</a:t>
            </a:r>
            <a:r>
              <a:rPr lang="en-US" sz="1700" dirty="0"/>
              <a:t>: compare real implementations against what was built here</a:t>
            </a:r>
          </a:p>
        </p:txBody>
      </p:sp>
      <p:pic>
        <p:nvPicPr>
          <p:cNvPr id="7" name="Graphic 6" descr="Lock">
            <a:extLst>
              <a:ext uri="{FF2B5EF4-FFF2-40B4-BE49-F238E27FC236}">
                <a16:creationId xmlns:a16="http://schemas.microsoft.com/office/drawing/2014/main" id="{87ADE691-4F10-934C-A66A-49CAD9B493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29548" y="2484255"/>
            <a:ext cx="3714244" cy="371424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0AF21D-0366-4E2F-8A0D-82D24FB323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049" y="6398659"/>
            <a:ext cx="12192000" cy="46922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7616F12-7F98-F4A5-D1B2-D88DFE34D94A}"/>
              </a:ext>
            </a:extLst>
          </p:cNvPr>
          <p:cNvSpPr txBox="1"/>
          <p:nvPr/>
        </p:nvSpPr>
        <p:spPr>
          <a:xfrm>
            <a:off x="-1" y="6488668"/>
            <a:ext cx="64167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Conclusion - discuss potential directions for future research</a:t>
            </a:r>
          </a:p>
        </p:txBody>
      </p:sp>
    </p:spTree>
    <p:extLst>
      <p:ext uri="{BB962C8B-B14F-4D97-AF65-F5344CB8AC3E}">
        <p14:creationId xmlns:p14="http://schemas.microsoft.com/office/powerpoint/2010/main" val="9402631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CB8C5-8DBB-62E6-05E0-9F0579659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20F04-8F84-7992-0281-31D45F7CD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7211" y="129916"/>
            <a:ext cx="10515600" cy="1325563"/>
          </a:xfrm>
        </p:spPr>
        <p:txBody>
          <a:bodyPr/>
          <a:lstStyle/>
          <a:p>
            <a:r>
              <a:rPr lang="en-US"/>
              <a:t>From Scratch to the Real World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CF124DA-CF74-CD32-1775-FDE63D024D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1554853"/>
              </p:ext>
            </p:extLst>
          </p:nvPr>
        </p:nvGraphicFramePr>
        <p:xfrm>
          <a:off x="947211" y="1276416"/>
          <a:ext cx="10515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1877">
                  <a:extLst>
                    <a:ext uri="{9D8B030D-6E8A-4147-A177-3AD203B41FA5}">
                      <a16:colId xmlns:a16="http://schemas.microsoft.com/office/drawing/2014/main" val="2072089327"/>
                    </a:ext>
                  </a:extLst>
                </a:gridCol>
                <a:gridCol w="1948069">
                  <a:extLst>
                    <a:ext uri="{9D8B030D-6E8A-4147-A177-3AD203B41FA5}">
                      <a16:colId xmlns:a16="http://schemas.microsoft.com/office/drawing/2014/main" val="3522245358"/>
                    </a:ext>
                  </a:extLst>
                </a:gridCol>
                <a:gridCol w="2838616">
                  <a:extLst>
                    <a:ext uri="{9D8B030D-6E8A-4147-A177-3AD203B41FA5}">
                      <a16:colId xmlns:a16="http://schemas.microsoft.com/office/drawing/2014/main" val="3677024523"/>
                    </a:ext>
                  </a:extLst>
                </a:gridCol>
                <a:gridCol w="3967038">
                  <a:extLst>
                    <a:ext uri="{9D8B030D-6E8A-4147-A177-3AD203B41FA5}">
                      <a16:colId xmlns:a16="http://schemas.microsoft.com/office/drawing/2014/main" val="292787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Protocol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Layer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Tunneling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Built On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2099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OpenVPN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 (TUN) or 2 (TAP)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TLS/SSL over UDP or TCP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Exactly what we built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72863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WireGuard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 (TUN)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UDP + modern crypto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Same TUN interface, kernel-integrated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4187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IPSec/IKEv2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Kernel-level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Operates at IP layer, not user space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70049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L2TP/IPSec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Ethernet over IPSec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Layer 2, similar concept to TAP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755659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9533506-BF2B-B33B-342E-6D4FB7A7382C}"/>
              </a:ext>
            </a:extLst>
          </p:cNvPr>
          <p:cNvSpPr txBox="1"/>
          <p:nvPr/>
        </p:nvSpPr>
        <p:spPr>
          <a:xfrm>
            <a:off x="947211" y="3429000"/>
            <a:ext cx="10515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OpenVPN literally uses TUN/TAP, what you just saw is its foundation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WireGuard</a:t>
            </a:r>
            <a:r>
              <a:rPr lang="en-US" dirty="0"/>
              <a:t> is ~4,000 lines of code Dloran1 vs OpenVPN's massive codebase, simplicity by design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WireGuard</a:t>
            </a:r>
            <a:r>
              <a:rPr lang="en-US" dirty="0"/>
              <a:t> outperforms OpenVPN by ~57% in speed benchmark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5F59C16-7CA3-FED2-7E44-DB5B59DFDC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75" t="9600" r="6875" b="13196"/>
          <a:stretch>
            <a:fillRect/>
          </a:stretch>
        </p:blipFill>
        <p:spPr>
          <a:xfrm>
            <a:off x="1061987" y="4493920"/>
            <a:ext cx="6051083" cy="17631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A46662B-FE9B-924B-6BB6-D904F75302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049" y="6398659"/>
            <a:ext cx="12192000" cy="4692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625BE4C-51E7-05A1-3AE4-69B6B625B0BE}"/>
              </a:ext>
            </a:extLst>
          </p:cNvPr>
          <p:cNvSpPr txBox="1"/>
          <p:nvPr/>
        </p:nvSpPr>
        <p:spPr>
          <a:xfrm>
            <a:off x="-1" y="6488668"/>
            <a:ext cx="64167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Popular VPNs</a:t>
            </a:r>
          </a:p>
        </p:txBody>
      </p:sp>
    </p:spTree>
    <p:extLst>
      <p:ext uri="{BB962C8B-B14F-4D97-AF65-F5344CB8AC3E}">
        <p14:creationId xmlns:p14="http://schemas.microsoft.com/office/powerpoint/2010/main" val="15387497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F49B18-35B2-B7B0-C788-EA648A499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dirty="0"/>
              <a:t>How the Course Changed How I See VPNs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0433F-4391-06C2-C6B7-928C2DA9D2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000" b="1" dirty="0"/>
              <a:t>Before</a:t>
            </a:r>
            <a:r>
              <a:rPr lang="en-US" sz="2000" dirty="0"/>
              <a:t>: VPNs were a black box, "it encrypts your traffic somehow“</a:t>
            </a:r>
          </a:p>
          <a:p>
            <a:r>
              <a:rPr lang="en-US" sz="2000" b="1" dirty="0"/>
              <a:t>After</a:t>
            </a:r>
            <a:r>
              <a:rPr lang="en-US" sz="2000" dirty="0"/>
              <a:t>: understood every layer, TUN/TAP, routing tables, packet encapsulation, select()</a:t>
            </a:r>
          </a:p>
          <a:p>
            <a:r>
              <a:rPr lang="en-US" sz="2000" dirty="0"/>
              <a:t>Network security concepts (firewalls, IP spoofing, attack surface) became concrete not abstract</a:t>
            </a:r>
          </a:p>
          <a:p>
            <a:r>
              <a:rPr lang="en-US" sz="2000" dirty="0"/>
              <a:t>Building from scratch revealed what commercial tools like OpenVPN are actually doing under the hood</a:t>
            </a:r>
          </a:p>
        </p:txBody>
      </p:sp>
      <p:pic>
        <p:nvPicPr>
          <p:cNvPr id="21" name="Graphic 20" descr="Fingerprint">
            <a:extLst>
              <a:ext uri="{FF2B5EF4-FFF2-40B4-BE49-F238E27FC236}">
                <a16:creationId xmlns:a16="http://schemas.microsoft.com/office/drawing/2014/main" id="{A87EF2EA-03A1-BEA6-6D35-7A63683745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29548" y="2484255"/>
            <a:ext cx="3714244" cy="3714244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011D83-5281-837A-F42D-3778EE008A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049" y="6398659"/>
            <a:ext cx="12192000" cy="4692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49B4C86-064A-B103-7D36-508815BC6E3B}"/>
              </a:ext>
            </a:extLst>
          </p:cNvPr>
          <p:cNvSpPr txBox="1"/>
          <p:nvPr/>
        </p:nvSpPr>
        <p:spPr>
          <a:xfrm>
            <a:off x="-1" y="6488668"/>
            <a:ext cx="64167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Self-Reflection — Course Material &amp; Understanding</a:t>
            </a:r>
          </a:p>
        </p:txBody>
      </p:sp>
    </p:spTree>
    <p:extLst>
      <p:ext uri="{BB962C8B-B14F-4D97-AF65-F5344CB8AC3E}">
        <p14:creationId xmlns:p14="http://schemas.microsoft.com/office/powerpoint/2010/main" val="24147537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27FE8B-8316-F55B-B0DD-59B8C34CE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79F92D-CCEA-FAFD-C8F9-F06B48213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/>
              <a:t>What I'm Walking Away With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3DD7CB-A5A9-7301-580F-D147903B12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768792" cy="3639450"/>
          </a:xfrm>
        </p:spPr>
        <p:txBody>
          <a:bodyPr anchor="ctr">
            <a:normAutofit/>
          </a:bodyPr>
          <a:lstStyle/>
          <a:p>
            <a:r>
              <a:rPr lang="en-US" sz="1600" b="1" dirty="0"/>
              <a:t>Abstraction is powerful</a:t>
            </a:r>
            <a:r>
              <a:rPr lang="en-US" sz="1600" dirty="0"/>
              <a:t>: TUN/TAP hides complexity as user-space programs can manipulate IP traffic without touching the kernel</a:t>
            </a:r>
          </a:p>
          <a:p>
            <a:r>
              <a:rPr lang="en-US" sz="1600" b="1" dirty="0"/>
              <a:t>Configuration &gt; code</a:t>
            </a:r>
            <a:r>
              <a:rPr lang="en-US" sz="1600" dirty="0"/>
              <a:t>: The VPN program barely changed between §22.5 and §22.7 as routing rules did all the work</a:t>
            </a:r>
          </a:p>
          <a:p>
            <a:r>
              <a:rPr lang="en-US" sz="1600" b="1" dirty="0"/>
              <a:t>Layer matters</a:t>
            </a:r>
            <a:r>
              <a:rPr lang="en-US" sz="1600" dirty="0"/>
              <a:t>: TUN vs TAP isn't just terminology as it determines what traffic can cross the tunnel and how networks are connected</a:t>
            </a:r>
          </a:p>
          <a:p>
            <a:r>
              <a:rPr lang="en-US" sz="1600" b="1" dirty="0"/>
              <a:t>Security is additive</a:t>
            </a:r>
            <a:r>
              <a:rPr lang="en-US" sz="1600" dirty="0"/>
              <a:t>: The tunnel is real without encryption, but it's only truly private once TLS is layered on top</a:t>
            </a:r>
          </a:p>
        </p:txBody>
      </p:sp>
      <p:pic>
        <p:nvPicPr>
          <p:cNvPr id="7" name="Graphic 6" descr="Laptop Secure">
            <a:extLst>
              <a:ext uri="{FF2B5EF4-FFF2-40B4-BE49-F238E27FC236}">
                <a16:creationId xmlns:a16="http://schemas.microsoft.com/office/drawing/2014/main" id="{C5096F20-4940-716A-8748-413EF4EE66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29548" y="2484255"/>
            <a:ext cx="3714244" cy="371424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CB9BA7-2479-5B08-F65E-F1D670DAE3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049" y="6398659"/>
            <a:ext cx="12192000" cy="4692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D3E816B-B976-CF9F-1EB1-056F2C04A83E}"/>
              </a:ext>
            </a:extLst>
          </p:cNvPr>
          <p:cNvSpPr txBox="1"/>
          <p:nvPr/>
        </p:nvSpPr>
        <p:spPr>
          <a:xfrm>
            <a:off x="-1" y="6488668"/>
            <a:ext cx="64167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Self-Reflection — Key Takeaways</a:t>
            </a:r>
          </a:p>
        </p:txBody>
      </p:sp>
    </p:spTree>
    <p:extLst>
      <p:ext uri="{BB962C8B-B14F-4D97-AF65-F5344CB8AC3E}">
        <p14:creationId xmlns:p14="http://schemas.microsoft.com/office/powerpoint/2010/main" val="35001261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3B9207-4B07-98DC-BA47-10727632F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6BF18A-AB36-1D3E-0477-9BEEFB8E5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 dirty="0"/>
              <a:t>Beyond VPNs: The Bigger Pattern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5046F-0D19-C04C-2CD2-F02D890D8E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1600" dirty="0"/>
              <a:t>Tunneling generalizes to any scenario where you need to carry one protocol inside another: SSH port forwarding, Tor, DNS tunneling</a:t>
            </a:r>
          </a:p>
          <a:p>
            <a:r>
              <a:rPr lang="en-US" sz="1600" dirty="0"/>
              <a:t>TUN/TAP generalizes to any user-space network tool: packet analyzers, firewalls, network emulators</a:t>
            </a:r>
          </a:p>
          <a:p>
            <a:r>
              <a:rPr lang="en-US" sz="1600" b="1" dirty="0"/>
              <a:t>The attacker's lens</a:t>
            </a:r>
            <a:r>
              <a:rPr lang="en-US" sz="1600" dirty="0"/>
              <a:t>: if a tunnel can bypass a firewall legitimately (§22.8 firewall bypass), it can also be abused as DNS tunneling and covert channels use the same idea</a:t>
            </a:r>
          </a:p>
          <a:p>
            <a:r>
              <a:rPr lang="en-US" sz="1600" b="1" dirty="0"/>
              <a:t>Countermeasure</a:t>
            </a:r>
            <a:r>
              <a:rPr lang="en-US" sz="1600" dirty="0"/>
              <a:t>: deep packet inspection (DPI), VPN traffic fingerprinting, and anomaly detection exist precisely because tunnels can hide malicious traffic</a:t>
            </a:r>
          </a:p>
        </p:txBody>
      </p:sp>
      <p:pic>
        <p:nvPicPr>
          <p:cNvPr id="7" name="Graphic 6" descr="Disconnected">
            <a:extLst>
              <a:ext uri="{FF2B5EF4-FFF2-40B4-BE49-F238E27FC236}">
                <a16:creationId xmlns:a16="http://schemas.microsoft.com/office/drawing/2014/main" id="{B1860BA9-345B-4B06-93FA-8FA367C345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29548" y="2484255"/>
            <a:ext cx="3714244" cy="371424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AB4382-B5C6-4E03-1C6D-898DFDAC2B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049" y="6398659"/>
            <a:ext cx="12192000" cy="4692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0E32205-157A-FD47-2779-764DDBE6F102}"/>
              </a:ext>
            </a:extLst>
          </p:cNvPr>
          <p:cNvSpPr txBox="1"/>
          <p:nvPr/>
        </p:nvSpPr>
        <p:spPr>
          <a:xfrm>
            <a:off x="-1" y="6488668"/>
            <a:ext cx="64167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Self-Reflection — Generalizing to Similar Scenarios</a:t>
            </a:r>
          </a:p>
        </p:txBody>
      </p:sp>
    </p:spTree>
    <p:extLst>
      <p:ext uri="{BB962C8B-B14F-4D97-AF65-F5344CB8AC3E}">
        <p14:creationId xmlns:p14="http://schemas.microsoft.com/office/powerpoint/2010/main" val="2732894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9227C7-3C29-69D2-5386-413CE86D1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E85FF1-1B63-CCCA-FEEF-9203A02BA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Handing Off to Parker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6F855-0EC0-98C5-DFCE-EA7D6F8A99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2400" dirty="0"/>
              <a:t>Today covered the mechanics: tunnel, routing, bridging, testing</a:t>
            </a:r>
          </a:p>
          <a:p>
            <a:r>
              <a:rPr lang="en-US" sz="2400" dirty="0"/>
              <a:t>Parker will connect these concepts to the broader VPN tunneling landscape (IS: Ch. 9)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687A1E78-CAC9-CD36-E411-6FEDF595EB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49" y="6398659"/>
            <a:ext cx="12192000" cy="4692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48E488-9841-3573-8BAE-22F0F1CCEAFC}"/>
              </a:ext>
            </a:extLst>
          </p:cNvPr>
          <p:cNvSpPr txBox="1"/>
          <p:nvPr/>
        </p:nvSpPr>
        <p:spPr>
          <a:xfrm>
            <a:off x="11563990" y="6488668"/>
            <a:ext cx="628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IS: 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D91706-D143-FB72-C7F6-DCEFE3B5642C}"/>
              </a:ext>
            </a:extLst>
          </p:cNvPr>
          <p:cNvSpPr txBox="1"/>
          <p:nvPr/>
        </p:nvSpPr>
        <p:spPr>
          <a:xfrm>
            <a:off x="-1" y="6488668"/>
            <a:ext cx="64167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Connection to VPN Tunneling (Parker)</a:t>
            </a:r>
          </a:p>
        </p:txBody>
      </p:sp>
    </p:spTree>
    <p:extLst>
      <p:ext uri="{BB962C8B-B14F-4D97-AF65-F5344CB8AC3E}">
        <p14:creationId xmlns:p14="http://schemas.microsoft.com/office/powerpoint/2010/main" val="32460026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8320351-9FA2-4A26-885B-BB8F3E490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8CD2EFB-78C2-4C6E-A6B9-4ED12FAD5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" name="Picture 15" descr="Magnifying glass and question mark">
            <a:extLst>
              <a:ext uri="{FF2B5EF4-FFF2-40B4-BE49-F238E27FC236}">
                <a16:creationId xmlns:a16="http://schemas.microsoft.com/office/drawing/2014/main" id="{6E52CA09-71B7-4B09-7AB5-6BCA608FFB3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0BD6120-4CE4-7D02-CF9E-1E42655019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600427"/>
            <a:ext cx="9875520" cy="3299902"/>
          </a:xfrm>
        </p:spPr>
        <p:txBody>
          <a:bodyPr>
            <a:normAutofit/>
          </a:bodyPr>
          <a:lstStyle/>
          <a:p>
            <a:pPr algn="l"/>
            <a:r>
              <a:rPr lang="en-US" sz="8200">
                <a:solidFill>
                  <a:srgbClr val="FFFFFF"/>
                </a:solidFill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2831454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3231</TotalTime>
  <Words>1688</Words>
  <Application>Microsoft Office PowerPoint</Application>
  <PresentationFormat>Widescreen</PresentationFormat>
  <Paragraphs>233</Paragraphs>
  <Slides>21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Courier New</vt:lpstr>
      <vt:lpstr>Office Theme</vt:lpstr>
      <vt:lpstr>VPN Part 2</vt:lpstr>
      <vt:lpstr>Recap: Building a VPN from Scratch</vt:lpstr>
      <vt:lpstr>Why This Matters: VPNs in the Real World</vt:lpstr>
      <vt:lpstr>New Terms for Part 2</vt:lpstr>
      <vt:lpstr>The OSI Problem VPNs Solve</vt:lpstr>
      <vt:lpstr>What We're Covering Today</vt:lpstr>
      <vt:lpstr>Network Configuration</vt:lpstr>
      <vt:lpstr>How the VPN Tunnel Is Implemented</vt:lpstr>
      <vt:lpstr>The Protocol: UDP Encapsulation</vt:lpstr>
      <vt:lpstr>Demo 1: Does the Tunnel Work? (§22.6)</vt:lpstr>
      <vt:lpstr>Demo 2: Connecting Two Networks via TUN (§22.7)</vt:lpstr>
      <vt:lpstr>Demo 3: Bridging at Layer 2 with TAP (§22.8)</vt:lpstr>
      <vt:lpstr>What We Built &amp; What We Learned</vt:lpstr>
      <vt:lpstr>The Problem, Solved</vt:lpstr>
      <vt:lpstr>Where This Goes Next</vt:lpstr>
      <vt:lpstr>From Scratch to the Real World</vt:lpstr>
      <vt:lpstr>How the Course Changed How I See VPNs</vt:lpstr>
      <vt:lpstr>What I'm Walking Away With</vt:lpstr>
      <vt:lpstr>Beyond VPNs: The Bigger Pattern</vt:lpstr>
      <vt:lpstr>Handing Off to Parker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Smith, Matthew J</dc:creator>
  <cp:lastModifiedBy>Smith, Matthew J</cp:lastModifiedBy>
  <cp:revision>1</cp:revision>
  <dcterms:created xsi:type="dcterms:W3CDTF">2026-04-14T12:13:24Z</dcterms:created>
  <dcterms:modified xsi:type="dcterms:W3CDTF">2026-04-16T18:10:09Z</dcterms:modified>
</cp:coreProperties>
</file>